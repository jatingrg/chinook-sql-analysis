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75" r:id="rId3"/>
    <p:sldId id="276" r:id="rId4"/>
    <p:sldId id="277" r:id="rId5"/>
    <p:sldId id="260" r:id="rId6"/>
    <p:sldId id="261" r:id="rId7"/>
    <p:sldId id="262" r:id="rId8"/>
    <p:sldId id="263" r:id="rId9"/>
    <p:sldId id="281" r:id="rId10"/>
    <p:sldId id="282" r:id="rId11"/>
    <p:sldId id="283" r:id="rId12"/>
    <p:sldId id="284" r:id="rId13"/>
    <p:sldId id="280" r:id="rId14"/>
    <p:sldId id="278" r:id="rId15"/>
    <p:sldId id="279" r:id="rId16"/>
    <p:sldId id="274" r:id="rId17"/>
  </p:sldIdLst>
  <p:sldSz cx="9144000" cy="5143500" type="screen16x9"/>
  <p:notesSz cx="6858000" cy="9144000"/>
  <p:embeddedFontLst>
    <p:embeddedFont>
      <p:font typeface="Rockwell Extra Bold" panose="02060903040505020403" pitchFamily="18" charset="0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1D11BD-1CF9-4899-AFC3-4D798175846A}" v="21" dt="2026-01-12T12:42:11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e kk" userId="87807646f2a9d0d1" providerId="LiveId" clId="{5556B168-51B8-473E-A0B6-5F931AD8810B}"/>
    <pc:docChg chg="undo custSel addSld modSld sldOrd">
      <pc:chgData name="ere kk" userId="87807646f2a9d0d1" providerId="LiveId" clId="{5556B168-51B8-473E-A0B6-5F931AD8810B}" dt="2026-01-12T12:59:40.629" v="155" actId="14100"/>
      <pc:docMkLst>
        <pc:docMk/>
      </pc:docMkLst>
      <pc:sldChg chg="addSp modSp mod">
        <pc:chgData name="ere kk" userId="87807646f2a9d0d1" providerId="LiveId" clId="{5556B168-51B8-473E-A0B6-5F931AD8810B}" dt="2026-01-12T12:59:40.629" v="155" actId="14100"/>
        <pc:sldMkLst>
          <pc:docMk/>
          <pc:sldMk cId="2270308979" sldId="280"/>
        </pc:sldMkLst>
        <pc:spChg chg="mod">
          <ac:chgData name="ere kk" userId="87807646f2a9d0d1" providerId="LiveId" clId="{5556B168-51B8-473E-A0B6-5F931AD8810B}" dt="2026-01-12T12:59:40.629" v="155" actId="14100"/>
          <ac:spMkLst>
            <pc:docMk/>
            <pc:sldMk cId="2270308979" sldId="280"/>
            <ac:spMk id="6" creationId="{987811D5-F65A-9983-7424-40AC07A9551B}"/>
          </ac:spMkLst>
        </pc:spChg>
        <pc:picChg chg="add mod">
          <ac:chgData name="ere kk" userId="87807646f2a9d0d1" providerId="LiveId" clId="{5556B168-51B8-473E-A0B6-5F931AD8810B}" dt="2026-01-12T12:59:37.252" v="154" actId="14100"/>
          <ac:picMkLst>
            <pc:docMk/>
            <pc:sldMk cId="2270308979" sldId="280"/>
            <ac:picMk id="7" creationId="{B136805F-C62C-22C9-16FC-0636E29D5050}"/>
          </ac:picMkLst>
        </pc:picChg>
      </pc:sldChg>
      <pc:sldChg chg="addSp delSp modSp add mod ord">
        <pc:chgData name="ere kk" userId="87807646f2a9d0d1" providerId="LiveId" clId="{5556B168-51B8-473E-A0B6-5F931AD8810B}" dt="2026-01-12T12:32:56.971" v="55" actId="1076"/>
        <pc:sldMkLst>
          <pc:docMk/>
          <pc:sldMk cId="2651509616" sldId="281"/>
        </pc:sldMkLst>
        <pc:spChg chg="mod">
          <ac:chgData name="ere kk" userId="87807646f2a9d0d1" providerId="LiveId" clId="{5556B168-51B8-473E-A0B6-5F931AD8810B}" dt="2026-01-12T12:32:56.971" v="55" actId="1076"/>
          <ac:spMkLst>
            <pc:docMk/>
            <pc:sldMk cId="2651509616" sldId="281"/>
            <ac:spMk id="3" creationId="{030CA69B-A90F-D087-11B0-15E84A6006EB}"/>
          </ac:spMkLst>
        </pc:spChg>
        <pc:spChg chg="mod">
          <ac:chgData name="ere kk" userId="87807646f2a9d0d1" providerId="LiveId" clId="{5556B168-51B8-473E-A0B6-5F931AD8810B}" dt="2026-01-12T12:30:37.977" v="30" actId="1076"/>
          <ac:spMkLst>
            <pc:docMk/>
            <pc:sldMk cId="2651509616" sldId="281"/>
            <ac:spMk id="6" creationId="{E3DA0DD6-6011-2227-E665-86E039673D3C}"/>
          </ac:spMkLst>
        </pc:spChg>
        <pc:picChg chg="add mod">
          <ac:chgData name="ere kk" userId="87807646f2a9d0d1" providerId="LiveId" clId="{5556B168-51B8-473E-A0B6-5F931AD8810B}" dt="2026-01-12T12:30:41.281" v="31" actId="14100"/>
          <ac:picMkLst>
            <pc:docMk/>
            <pc:sldMk cId="2651509616" sldId="281"/>
            <ac:picMk id="7" creationId="{6ECACB83-493F-C70E-583E-0A435BF56AE3}"/>
          </ac:picMkLst>
        </pc:picChg>
        <pc:picChg chg="add del mod">
          <ac:chgData name="ere kk" userId="87807646f2a9d0d1" providerId="LiveId" clId="{5556B168-51B8-473E-A0B6-5F931AD8810B}" dt="2026-01-12T12:30:05.233" v="26" actId="478"/>
          <ac:picMkLst>
            <pc:docMk/>
            <pc:sldMk cId="2651509616" sldId="281"/>
            <ac:picMk id="8" creationId="{CEE48D59-B0AE-79A0-BB6D-3341B14BBA03}"/>
          </ac:picMkLst>
        </pc:picChg>
      </pc:sldChg>
      <pc:sldChg chg="addSp delSp modSp new mod">
        <pc:chgData name="ere kk" userId="87807646f2a9d0d1" providerId="LiveId" clId="{5556B168-51B8-473E-A0B6-5F931AD8810B}" dt="2026-01-12T12:34:30.813" v="68" actId="1076"/>
        <pc:sldMkLst>
          <pc:docMk/>
          <pc:sldMk cId="399483024" sldId="282"/>
        </pc:sldMkLst>
        <pc:spChg chg="del">
          <ac:chgData name="ere kk" userId="87807646f2a9d0d1" providerId="LiveId" clId="{5556B168-51B8-473E-A0B6-5F931AD8810B}" dt="2026-01-12T12:31:03.007" v="35" actId="478"/>
          <ac:spMkLst>
            <pc:docMk/>
            <pc:sldMk cId="399483024" sldId="282"/>
            <ac:spMk id="2" creationId="{0F452E46-D87A-E445-2660-ECE1CCACF303}"/>
          </ac:spMkLst>
        </pc:spChg>
        <pc:spChg chg="add mod">
          <ac:chgData name="ere kk" userId="87807646f2a9d0d1" providerId="LiveId" clId="{5556B168-51B8-473E-A0B6-5F931AD8810B}" dt="2026-01-12T12:34:25.310" v="66" actId="14100"/>
          <ac:spMkLst>
            <pc:docMk/>
            <pc:sldMk cId="399483024" sldId="282"/>
            <ac:spMk id="3" creationId="{E6BF969C-130C-E957-779D-C2B61DAEFBB6}"/>
          </ac:spMkLst>
        </pc:spChg>
        <pc:spChg chg="add mod">
          <ac:chgData name="ere kk" userId="87807646f2a9d0d1" providerId="LiveId" clId="{5556B168-51B8-473E-A0B6-5F931AD8810B}" dt="2026-01-12T12:32:44.696" v="53"/>
          <ac:spMkLst>
            <pc:docMk/>
            <pc:sldMk cId="399483024" sldId="282"/>
            <ac:spMk id="6" creationId="{E6BF969C-130C-E957-779D-C2B61DAEFBB6}"/>
          </ac:spMkLst>
        </pc:spChg>
        <pc:spChg chg="mod">
          <ac:chgData name="ere kk" userId="87807646f2a9d0d1" providerId="LiveId" clId="{5556B168-51B8-473E-A0B6-5F931AD8810B}" dt="2026-01-12T12:33:57.690" v="62" actId="2711"/>
          <ac:spMkLst>
            <pc:docMk/>
            <pc:sldMk cId="399483024" sldId="282"/>
            <ac:spMk id="10" creationId="{2AC038AE-7896-A92A-7385-B73516679B5A}"/>
          </ac:spMkLst>
        </pc:spChg>
        <pc:spChg chg="mod">
          <ac:chgData name="ere kk" userId="87807646f2a9d0d1" providerId="LiveId" clId="{5556B168-51B8-473E-A0B6-5F931AD8810B}" dt="2026-01-12T12:33:06.448" v="56"/>
          <ac:spMkLst>
            <pc:docMk/>
            <pc:sldMk cId="399483024" sldId="282"/>
            <ac:spMk id="11" creationId="{81E0000F-D266-634D-F43A-0DD9CE92F0FB}"/>
          </ac:spMkLst>
        </pc:spChg>
        <pc:spChg chg="mod">
          <ac:chgData name="ere kk" userId="87807646f2a9d0d1" providerId="LiveId" clId="{5556B168-51B8-473E-A0B6-5F931AD8810B}" dt="2026-01-12T12:33:06.448" v="56"/>
          <ac:spMkLst>
            <pc:docMk/>
            <pc:sldMk cId="399483024" sldId="282"/>
            <ac:spMk id="12" creationId="{B608DD0B-5A4A-6CCE-5C7B-2E399C29FFB9}"/>
          </ac:spMkLst>
        </pc:spChg>
        <pc:grpChg chg="add mod">
          <ac:chgData name="ere kk" userId="87807646f2a9d0d1" providerId="LiveId" clId="{5556B168-51B8-473E-A0B6-5F931AD8810B}" dt="2026-01-12T12:33:11.651" v="57" actId="1076"/>
          <ac:grpSpMkLst>
            <pc:docMk/>
            <pc:sldMk cId="399483024" sldId="282"/>
            <ac:grpSpMk id="9" creationId="{13B4D1FD-F776-2E4B-0E7E-CBA1A5C6C0F3}"/>
          </ac:grpSpMkLst>
        </pc:grpChg>
        <pc:picChg chg="add mod">
          <ac:chgData name="ere kk" userId="87807646f2a9d0d1" providerId="LiveId" clId="{5556B168-51B8-473E-A0B6-5F931AD8810B}" dt="2026-01-12T12:34:28.397" v="67" actId="1076"/>
          <ac:picMkLst>
            <pc:docMk/>
            <pc:sldMk cId="399483024" sldId="282"/>
            <ac:picMk id="4" creationId="{46963C6C-712F-D24D-369F-A244E62742E0}"/>
          </ac:picMkLst>
        </pc:picChg>
        <pc:picChg chg="add mod">
          <ac:chgData name="ere kk" userId="87807646f2a9d0d1" providerId="LiveId" clId="{5556B168-51B8-473E-A0B6-5F931AD8810B}" dt="2026-01-12T12:34:30.813" v="68" actId="1076"/>
          <ac:picMkLst>
            <pc:docMk/>
            <pc:sldMk cId="399483024" sldId="282"/>
            <ac:picMk id="5" creationId="{6AF5BAAD-4E72-D60E-8699-AF69AFF1A8F9}"/>
          </ac:picMkLst>
        </pc:picChg>
        <pc:picChg chg="add mod">
          <ac:chgData name="ere kk" userId="87807646f2a9d0d1" providerId="LiveId" clId="{5556B168-51B8-473E-A0B6-5F931AD8810B}" dt="2026-01-12T12:32:44.696" v="53"/>
          <ac:picMkLst>
            <pc:docMk/>
            <pc:sldMk cId="399483024" sldId="282"/>
            <ac:picMk id="7" creationId="{46963C6C-712F-D24D-369F-A244E62742E0}"/>
          </ac:picMkLst>
        </pc:picChg>
        <pc:picChg chg="add mod">
          <ac:chgData name="ere kk" userId="87807646f2a9d0d1" providerId="LiveId" clId="{5556B168-51B8-473E-A0B6-5F931AD8810B}" dt="2026-01-12T12:32:44.696" v="53"/>
          <ac:picMkLst>
            <pc:docMk/>
            <pc:sldMk cId="399483024" sldId="282"/>
            <ac:picMk id="8" creationId="{6AF5BAAD-4E72-D60E-8699-AF69AFF1A8F9}"/>
          </ac:picMkLst>
        </pc:picChg>
      </pc:sldChg>
      <pc:sldChg chg="addSp delSp modSp new mod">
        <pc:chgData name="ere kk" userId="87807646f2a9d0d1" providerId="LiveId" clId="{5556B168-51B8-473E-A0B6-5F931AD8810B}" dt="2026-01-12T12:38:30.078" v="128" actId="2711"/>
        <pc:sldMkLst>
          <pc:docMk/>
          <pc:sldMk cId="594296233" sldId="283"/>
        </pc:sldMkLst>
        <pc:spChg chg="del">
          <ac:chgData name="ere kk" userId="87807646f2a9d0d1" providerId="LiveId" clId="{5556B168-51B8-473E-A0B6-5F931AD8810B}" dt="2026-01-12T12:36:29.930" v="70" actId="478"/>
          <ac:spMkLst>
            <pc:docMk/>
            <pc:sldMk cId="594296233" sldId="283"/>
            <ac:spMk id="2" creationId="{882D7849-C9EA-CF3C-60EE-A65DD96070AC}"/>
          </ac:spMkLst>
        </pc:spChg>
        <pc:spChg chg="add del mod">
          <ac:chgData name="ere kk" userId="87807646f2a9d0d1" providerId="LiveId" clId="{5556B168-51B8-473E-A0B6-5F931AD8810B}" dt="2026-01-12T12:37:54.851" v="93" actId="478"/>
          <ac:spMkLst>
            <pc:docMk/>
            <pc:sldMk cId="594296233" sldId="283"/>
            <ac:spMk id="3" creationId="{94F2D379-D8D0-112A-5713-457F587EAB85}"/>
          </ac:spMkLst>
        </pc:spChg>
        <pc:spChg chg="add mod">
          <ac:chgData name="ere kk" userId="87807646f2a9d0d1" providerId="LiveId" clId="{5556B168-51B8-473E-A0B6-5F931AD8810B}" dt="2026-01-12T12:38:15.330" v="126" actId="1076"/>
          <ac:spMkLst>
            <pc:docMk/>
            <pc:sldMk cId="594296233" sldId="283"/>
            <ac:spMk id="4" creationId="{22BB942A-37F8-DFC3-5900-93E3EE1AB72F}"/>
          </ac:spMkLst>
        </pc:spChg>
        <pc:spChg chg="add del mod">
          <ac:chgData name="ere kk" userId="87807646f2a9d0d1" providerId="LiveId" clId="{5556B168-51B8-473E-A0B6-5F931AD8810B}" dt="2026-01-12T12:37:57.859" v="94" actId="478"/>
          <ac:spMkLst>
            <pc:docMk/>
            <pc:sldMk cId="594296233" sldId="283"/>
            <ac:spMk id="8" creationId="{57434E1D-1109-7B40-687F-1976601A6DC7}"/>
          </ac:spMkLst>
        </pc:spChg>
        <pc:spChg chg="mod">
          <ac:chgData name="ere kk" userId="87807646f2a9d0d1" providerId="LiveId" clId="{5556B168-51B8-473E-A0B6-5F931AD8810B}" dt="2026-01-12T12:38:30.078" v="128" actId="2711"/>
          <ac:spMkLst>
            <pc:docMk/>
            <pc:sldMk cId="594296233" sldId="283"/>
            <ac:spMk id="10" creationId="{53052368-81F7-8398-5EF2-4EDB8EA49CA5}"/>
          </ac:spMkLst>
        </pc:spChg>
        <pc:spChg chg="mod">
          <ac:chgData name="ere kk" userId="87807646f2a9d0d1" providerId="LiveId" clId="{5556B168-51B8-473E-A0B6-5F931AD8810B}" dt="2026-01-12T12:38:03.873" v="95"/>
          <ac:spMkLst>
            <pc:docMk/>
            <pc:sldMk cId="594296233" sldId="283"/>
            <ac:spMk id="11" creationId="{19FC4F3F-8B75-17A5-8887-4EF25E4D062B}"/>
          </ac:spMkLst>
        </pc:spChg>
        <pc:spChg chg="mod">
          <ac:chgData name="ere kk" userId="87807646f2a9d0d1" providerId="LiveId" clId="{5556B168-51B8-473E-A0B6-5F931AD8810B}" dt="2026-01-12T12:38:03.873" v="95"/>
          <ac:spMkLst>
            <pc:docMk/>
            <pc:sldMk cId="594296233" sldId="283"/>
            <ac:spMk id="12" creationId="{4C19096D-8456-7385-44E6-0EDFAB6A92CC}"/>
          </ac:spMkLst>
        </pc:spChg>
        <pc:grpChg chg="add mod">
          <ac:chgData name="ere kk" userId="87807646f2a9d0d1" providerId="LiveId" clId="{5556B168-51B8-473E-A0B6-5F931AD8810B}" dt="2026-01-12T12:38:03.873" v="95"/>
          <ac:grpSpMkLst>
            <pc:docMk/>
            <pc:sldMk cId="594296233" sldId="283"/>
            <ac:grpSpMk id="9" creationId="{07197295-0DC6-884C-40AB-1169DC451432}"/>
          </ac:grpSpMkLst>
        </pc:grpChg>
        <pc:picChg chg="add mod">
          <ac:chgData name="ere kk" userId="87807646f2a9d0d1" providerId="LiveId" clId="{5556B168-51B8-473E-A0B6-5F931AD8810B}" dt="2026-01-12T12:38:11.902" v="125" actId="1035"/>
          <ac:picMkLst>
            <pc:docMk/>
            <pc:sldMk cId="594296233" sldId="283"/>
            <ac:picMk id="5" creationId="{A34FB634-1654-F7F5-D5EC-6CC04A7ADF69}"/>
          </ac:picMkLst>
        </pc:picChg>
        <pc:picChg chg="add mod">
          <ac:chgData name="ere kk" userId="87807646f2a9d0d1" providerId="LiveId" clId="{5556B168-51B8-473E-A0B6-5F931AD8810B}" dt="2026-01-12T12:38:08.913" v="111" actId="1036"/>
          <ac:picMkLst>
            <pc:docMk/>
            <pc:sldMk cId="594296233" sldId="283"/>
            <ac:picMk id="6" creationId="{ED4CD508-0B49-40FB-4CFC-21137EBD2E59}"/>
          </ac:picMkLst>
        </pc:picChg>
      </pc:sldChg>
      <pc:sldChg chg="addSp delSp modSp new mod">
        <pc:chgData name="ere kk" userId="87807646f2a9d0d1" providerId="LiveId" clId="{5556B168-51B8-473E-A0B6-5F931AD8810B}" dt="2026-01-12T12:40:59.512" v="149" actId="2711"/>
        <pc:sldMkLst>
          <pc:docMk/>
          <pc:sldMk cId="1764427" sldId="284"/>
        </pc:sldMkLst>
        <pc:spChg chg="del">
          <ac:chgData name="ere kk" userId="87807646f2a9d0d1" providerId="LiveId" clId="{5556B168-51B8-473E-A0B6-5F931AD8810B}" dt="2026-01-12T12:38:44.575" v="130" actId="478"/>
          <ac:spMkLst>
            <pc:docMk/>
            <pc:sldMk cId="1764427" sldId="284"/>
            <ac:spMk id="2" creationId="{6FBAC7B4-9F0E-06F1-A7C2-72ED665143A8}"/>
          </ac:spMkLst>
        </pc:spChg>
        <pc:spChg chg="add del mod">
          <ac:chgData name="ere kk" userId="87807646f2a9d0d1" providerId="LiveId" clId="{5556B168-51B8-473E-A0B6-5F931AD8810B}" dt="2026-01-12T12:40:21.778" v="145" actId="478"/>
          <ac:spMkLst>
            <pc:docMk/>
            <pc:sldMk cId="1764427" sldId="284"/>
            <ac:spMk id="3" creationId="{88E6D369-B8ED-AE8C-1BFD-E8751024E7A9}"/>
          </ac:spMkLst>
        </pc:spChg>
        <pc:spChg chg="add mod">
          <ac:chgData name="ere kk" userId="87807646f2a9d0d1" providerId="LiveId" clId="{5556B168-51B8-473E-A0B6-5F931AD8810B}" dt="2026-01-12T12:40:17.796" v="144" actId="1076"/>
          <ac:spMkLst>
            <pc:docMk/>
            <pc:sldMk cId="1764427" sldId="284"/>
            <ac:spMk id="4" creationId="{BD9C6FF6-4F3C-E8EC-5BB1-F34AC19C5F2F}"/>
          </ac:spMkLst>
        </pc:spChg>
        <pc:spChg chg="add del mod">
          <ac:chgData name="ere kk" userId="87807646f2a9d0d1" providerId="LiveId" clId="{5556B168-51B8-473E-A0B6-5F931AD8810B}" dt="2026-01-12T12:40:25.335" v="146" actId="478"/>
          <ac:spMkLst>
            <pc:docMk/>
            <pc:sldMk cId="1764427" sldId="284"/>
            <ac:spMk id="7" creationId="{49E6E82D-4B42-6B57-B88A-7161EC025AE5}"/>
          </ac:spMkLst>
        </pc:spChg>
        <pc:spChg chg="mod">
          <ac:chgData name="ere kk" userId="87807646f2a9d0d1" providerId="LiveId" clId="{5556B168-51B8-473E-A0B6-5F931AD8810B}" dt="2026-01-12T12:40:59.512" v="149" actId="2711"/>
          <ac:spMkLst>
            <pc:docMk/>
            <pc:sldMk cId="1764427" sldId="284"/>
            <ac:spMk id="9" creationId="{BDCC1B1F-4D50-DB2C-2B68-9BEF9D7E7A2B}"/>
          </ac:spMkLst>
        </pc:spChg>
        <pc:spChg chg="mod">
          <ac:chgData name="ere kk" userId="87807646f2a9d0d1" providerId="LiveId" clId="{5556B168-51B8-473E-A0B6-5F931AD8810B}" dt="2026-01-12T12:40:31.385" v="147"/>
          <ac:spMkLst>
            <pc:docMk/>
            <pc:sldMk cId="1764427" sldId="284"/>
            <ac:spMk id="10" creationId="{BC408B56-FA64-1A72-F4F3-3F4ED49A2EC6}"/>
          </ac:spMkLst>
        </pc:spChg>
        <pc:spChg chg="mod">
          <ac:chgData name="ere kk" userId="87807646f2a9d0d1" providerId="LiveId" clId="{5556B168-51B8-473E-A0B6-5F931AD8810B}" dt="2026-01-12T12:40:31.385" v="147"/>
          <ac:spMkLst>
            <pc:docMk/>
            <pc:sldMk cId="1764427" sldId="284"/>
            <ac:spMk id="11" creationId="{7503EAC7-FA47-8338-4BD6-0DE3D6751C7E}"/>
          </ac:spMkLst>
        </pc:spChg>
        <pc:grpChg chg="add mod">
          <ac:chgData name="ere kk" userId="87807646f2a9d0d1" providerId="LiveId" clId="{5556B168-51B8-473E-A0B6-5F931AD8810B}" dt="2026-01-12T12:40:31.385" v="147"/>
          <ac:grpSpMkLst>
            <pc:docMk/>
            <pc:sldMk cId="1764427" sldId="284"/>
            <ac:grpSpMk id="8" creationId="{EDB1AA09-C331-A6E8-A844-F9B649795357}"/>
          </ac:grpSpMkLst>
        </pc:grpChg>
        <pc:graphicFrameChg chg="add mod">
          <ac:chgData name="ere kk" userId="87807646f2a9d0d1" providerId="LiveId" clId="{5556B168-51B8-473E-A0B6-5F931AD8810B}" dt="2026-01-12T12:39:56.643" v="140" actId="1076"/>
          <ac:graphicFrameMkLst>
            <pc:docMk/>
            <pc:sldMk cId="1764427" sldId="284"/>
            <ac:graphicFrameMk id="5" creationId="{504F7EE9-B9DE-DA76-CE48-692422ED434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ATA%20SCIENCE\NS%20DA\SQL\Project\Submis\news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dirty="0"/>
              <a:t>CLTV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newss!$H$1</c:f>
              <c:strCache>
                <c:ptCount val="1"/>
                <c:pt idx="0">
                  <c:v>frequent_purchases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newss!$B$2:$B$13</c:f>
              <c:strCache>
                <c:ptCount val="12"/>
                <c:pt idx="0">
                  <c:v>FrantiÅ¡ek WichterlovÃ¡</c:v>
                </c:pt>
                <c:pt idx="1">
                  <c:v>Helena HolÃ½</c:v>
                </c:pt>
                <c:pt idx="2">
                  <c:v>Hugh O'Reilly</c:v>
                </c:pt>
                <c:pt idx="3">
                  <c:v>Manoj Pareek</c:v>
                </c:pt>
                <c:pt idx="4">
                  <c:v>LuÃ­s GonÃ§alves</c:v>
                </c:pt>
                <c:pt idx="5">
                  <c:v>Fernanda Ramos</c:v>
                </c:pt>
                <c:pt idx="6">
                  <c:v>JoÃ£o Fernandes</c:v>
                </c:pt>
                <c:pt idx="7">
                  <c:v>FranÃ§ois Tremblay</c:v>
                </c:pt>
                <c:pt idx="8">
                  <c:v>Wyatt Girard</c:v>
                </c:pt>
                <c:pt idx="9">
                  <c:v>Jack Smith</c:v>
                </c:pt>
                <c:pt idx="10">
                  <c:v>Enrique MuÃ±oz</c:v>
                </c:pt>
                <c:pt idx="11">
                  <c:v>Phil Hughes</c:v>
                </c:pt>
              </c:strCache>
            </c:strRef>
          </c:cat>
          <c:val>
            <c:numRef>
              <c:f>newss!$H$2:$H$13</c:f>
              <c:numCache>
                <c:formatCode>General</c:formatCode>
                <c:ptCount val="12"/>
                <c:pt idx="0">
                  <c:v>18</c:v>
                </c:pt>
                <c:pt idx="1">
                  <c:v>12</c:v>
                </c:pt>
                <c:pt idx="2">
                  <c:v>13</c:v>
                </c:pt>
                <c:pt idx="3">
                  <c:v>13</c:v>
                </c:pt>
                <c:pt idx="4">
                  <c:v>13</c:v>
                </c:pt>
                <c:pt idx="5">
                  <c:v>15</c:v>
                </c:pt>
                <c:pt idx="6">
                  <c:v>13</c:v>
                </c:pt>
                <c:pt idx="7">
                  <c:v>9</c:v>
                </c:pt>
                <c:pt idx="8">
                  <c:v>11</c:v>
                </c:pt>
                <c:pt idx="9">
                  <c:v>12</c:v>
                </c:pt>
                <c:pt idx="10">
                  <c:v>11</c:v>
                </c:pt>
                <c:pt idx="1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F3-4093-9B54-6EDBBF4E69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overlap val="-20"/>
        <c:axId val="1479132848"/>
        <c:axId val="1479133328"/>
      </c:barChart>
      <c:catAx>
        <c:axId val="1479132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133328"/>
        <c:crosses val="autoZero"/>
        <c:auto val="1"/>
        <c:lblAlgn val="ctr"/>
        <c:lblOffset val="100"/>
        <c:noMultiLvlLbl val="0"/>
      </c:catAx>
      <c:valAx>
        <c:axId val="1479133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13284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ae6b374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ae6b374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b9fc06b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cb9fc06b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ae6b374f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ae6b374f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ae6b374f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ae6b374f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ae6b374f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ae6b374f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490C299-5925-05DF-247B-644290CC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ae6b374f3_0_16:notes">
            <a:extLst>
              <a:ext uri="{FF2B5EF4-FFF2-40B4-BE49-F238E27FC236}">
                <a16:creationId xmlns:a16="http://schemas.microsoft.com/office/drawing/2014/main" id="{1066C0F1-FD71-04C9-9F4C-6E66A187A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ae6b374f3_0_16:notes">
            <a:extLst>
              <a:ext uri="{FF2B5EF4-FFF2-40B4-BE49-F238E27FC236}">
                <a16:creationId xmlns:a16="http://schemas.microsoft.com/office/drawing/2014/main" id="{D1846E39-91D3-5DF0-618A-B45622805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9714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9A0EF50-E513-D0FC-61B6-9184E87DA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ae6b374f3_0_16:notes">
            <a:extLst>
              <a:ext uri="{FF2B5EF4-FFF2-40B4-BE49-F238E27FC236}">
                <a16:creationId xmlns:a16="http://schemas.microsoft.com/office/drawing/2014/main" id="{4BE740A9-4421-43EC-CD2B-E5DD463838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ae6b374f3_0_16:notes">
            <a:extLst>
              <a:ext uri="{FF2B5EF4-FFF2-40B4-BE49-F238E27FC236}">
                <a16:creationId xmlns:a16="http://schemas.microsoft.com/office/drawing/2014/main" id="{9354EB3F-6336-F1F6-F61F-21467E3BD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649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e9c1e892d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6e9c1e892d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46D4DF-7FE5-8F64-F6DB-61762971A1D7}"/>
              </a:ext>
            </a:extLst>
          </p:cNvPr>
          <p:cNvSpPr/>
          <p:nvPr/>
        </p:nvSpPr>
        <p:spPr>
          <a:xfrm>
            <a:off x="198120" y="167640"/>
            <a:ext cx="8694420" cy="48539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D21645-2EF9-2BF7-0DBF-8D0F6B5BFBF1}"/>
              </a:ext>
            </a:extLst>
          </p:cNvPr>
          <p:cNvSpPr txBox="1"/>
          <p:nvPr/>
        </p:nvSpPr>
        <p:spPr>
          <a:xfrm>
            <a:off x="6560418" y="1812848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- Jatin Garg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1174061" y="1124937"/>
            <a:ext cx="665409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>
                <a:solidFill>
                  <a:schemeClr val="bg1"/>
                </a:solidFill>
                <a:latin typeface="Rockwell Extra Bold" panose="02060903040505020403" pitchFamily="18" charset="0"/>
              </a:rPr>
              <a:t>Chinook  Project</a:t>
            </a:r>
            <a:endParaRPr sz="4400" dirty="0">
              <a:solidFill>
                <a:schemeClr val="bg1"/>
              </a:solidFill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A3D620-289D-7D5D-4795-43283CBC1194}"/>
              </a:ext>
            </a:extLst>
          </p:cNvPr>
          <p:cNvSpPr/>
          <p:nvPr/>
        </p:nvSpPr>
        <p:spPr>
          <a:xfrm>
            <a:off x="0" y="0"/>
            <a:ext cx="9144000" cy="10266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F7E27-D57E-E93E-252F-705E72B05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620" y="92445"/>
            <a:ext cx="3376380" cy="8418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Introduction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F19130-B523-DCB9-7479-B1C819DB76B4}"/>
              </a:ext>
            </a:extLst>
          </p:cNvPr>
          <p:cNvSpPr txBox="1"/>
          <p:nvPr/>
        </p:nvSpPr>
        <p:spPr>
          <a:xfrm>
            <a:off x="182880" y="1363980"/>
            <a:ext cx="877823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dk1"/>
                </a:solidFill>
              </a:rPr>
              <a:t>As a prominent name in the music industry, Chinook brings entertainment to listeners worldwide. Offering a diverse array of music genres, Chinook connects with audiences through its global network of service points, delivering quality music across the globe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20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1E6A-0032-A6F1-0B47-CB5D68BAA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253207C-F661-C9C3-E295-61EBE1424483}"/>
              </a:ext>
            </a:extLst>
          </p:cNvPr>
          <p:cNvSpPr/>
          <p:nvPr/>
        </p:nvSpPr>
        <p:spPr>
          <a:xfrm>
            <a:off x="0" y="0"/>
            <a:ext cx="9144000" cy="10266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B404B-C632-6EA3-3641-27906DBD5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620" y="92445"/>
            <a:ext cx="3925020" cy="841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Problem Statement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34BDC-FE76-9895-FA34-7E9ACED466C6}"/>
              </a:ext>
            </a:extLst>
          </p:cNvPr>
          <p:cNvSpPr txBox="1"/>
          <p:nvPr/>
        </p:nvSpPr>
        <p:spPr>
          <a:xfrm>
            <a:off x="182880" y="1363980"/>
            <a:ext cx="87782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You are hired as a data analyst at Chinook, and your objective is to analyze music record sales data to gain insights and make recommendations for the company's strategy in the physical music market.</a:t>
            </a:r>
            <a:endParaRPr lang="en-IN" sz="2000" dirty="0"/>
          </a:p>
        </p:txBody>
      </p:sp>
      <p:pic>
        <p:nvPicPr>
          <p:cNvPr id="5" name="Picture 4" descr="A white puzzle piece on a black background">
            <a:extLst>
              <a:ext uri="{FF2B5EF4-FFF2-40B4-BE49-F238E27FC236}">
                <a16:creationId xmlns:a16="http://schemas.microsoft.com/office/drawing/2014/main" id="{3D29E294-0055-A2FC-26EA-BCAEEB0292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1484" y="2847678"/>
            <a:ext cx="3441291" cy="18846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6837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B13BC-BB3D-1602-F412-28083DE0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F2B038-A1DD-EEB0-591A-57B4011BA36D}"/>
              </a:ext>
            </a:extLst>
          </p:cNvPr>
          <p:cNvSpPr/>
          <p:nvPr/>
        </p:nvSpPr>
        <p:spPr>
          <a:xfrm>
            <a:off x="0" y="0"/>
            <a:ext cx="9144000" cy="10266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DFDD5-EB2F-707A-AF8F-21A98717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620" y="92445"/>
            <a:ext cx="3925020" cy="841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Objectives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02A017-6B45-DF1F-C3D4-C60F2CAE0013}"/>
              </a:ext>
            </a:extLst>
          </p:cNvPr>
          <p:cNvSpPr txBox="1"/>
          <p:nvPr/>
        </p:nvSpPr>
        <p:spPr>
          <a:xfrm>
            <a:off x="272414" y="1361778"/>
            <a:ext cx="77514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customer behavior across regions.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purchasing trends and churn rates.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top-performing genres, artists, and albums.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 strategies for customer retention and revenue growth.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2824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105" y="863550"/>
            <a:ext cx="4804148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AE7FEC-4468-B2C7-81AE-6AA740E13472}"/>
              </a:ext>
            </a:extLst>
          </p:cNvPr>
          <p:cNvSpPr/>
          <p:nvPr/>
        </p:nvSpPr>
        <p:spPr>
          <a:xfrm>
            <a:off x="0" y="0"/>
            <a:ext cx="3724507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413788-FF73-B9BF-94A3-9E111A96004A}"/>
              </a:ext>
            </a:extLst>
          </p:cNvPr>
          <p:cNvSpPr txBox="1"/>
          <p:nvPr/>
        </p:nvSpPr>
        <p:spPr>
          <a:xfrm>
            <a:off x="779264" y="1189463"/>
            <a:ext cx="2165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Data Base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4C7A1C-0A20-53FD-D21F-FCD3BCDF2D49}"/>
              </a:ext>
            </a:extLst>
          </p:cNvPr>
          <p:cNvSpPr/>
          <p:nvPr/>
        </p:nvSpPr>
        <p:spPr>
          <a:xfrm>
            <a:off x="-8325" y="53340"/>
            <a:ext cx="588615" cy="746769"/>
          </a:xfrm>
          <a:custGeom>
            <a:avLst/>
            <a:gdLst>
              <a:gd name="csX0" fmla="*/ 54045 w 588615"/>
              <a:gd name="csY0" fmla="*/ 0 h 746769"/>
              <a:gd name="csX1" fmla="*/ 175965 w 588615"/>
              <a:gd name="csY1" fmla="*/ 53340 h 746769"/>
              <a:gd name="csX2" fmla="*/ 191205 w 588615"/>
              <a:gd name="csY2" fmla="*/ 83820 h 746769"/>
              <a:gd name="csX3" fmla="*/ 168345 w 588615"/>
              <a:gd name="csY3" fmla="*/ 167640 h 746769"/>
              <a:gd name="csX4" fmla="*/ 115005 w 588615"/>
              <a:gd name="csY4" fmla="*/ 243840 h 746769"/>
              <a:gd name="csX5" fmla="*/ 15945 w 588615"/>
              <a:gd name="csY5" fmla="*/ 335280 h 746769"/>
              <a:gd name="csX6" fmla="*/ 705 w 588615"/>
              <a:gd name="csY6" fmla="*/ 281940 h 746769"/>
              <a:gd name="csX7" fmla="*/ 46425 w 588615"/>
              <a:gd name="csY7" fmla="*/ 198120 h 746769"/>
              <a:gd name="csX8" fmla="*/ 259785 w 588615"/>
              <a:gd name="csY8" fmla="*/ 106680 h 746769"/>
              <a:gd name="csX9" fmla="*/ 366465 w 588615"/>
              <a:gd name="csY9" fmla="*/ 99060 h 746769"/>
              <a:gd name="csX10" fmla="*/ 549345 w 588615"/>
              <a:gd name="csY10" fmla="*/ 182880 h 746769"/>
              <a:gd name="csX11" fmla="*/ 587445 w 588615"/>
              <a:gd name="csY11" fmla="*/ 251460 h 746769"/>
              <a:gd name="csX12" fmla="*/ 579825 w 588615"/>
              <a:gd name="csY12" fmla="*/ 365760 h 746769"/>
              <a:gd name="csX13" fmla="*/ 328365 w 588615"/>
              <a:gd name="csY13" fmla="*/ 662940 h 746769"/>
              <a:gd name="csX14" fmla="*/ 229305 w 588615"/>
              <a:gd name="csY14" fmla="*/ 670560 h 746769"/>
              <a:gd name="csX15" fmla="*/ 214065 w 588615"/>
              <a:gd name="csY15" fmla="*/ 579120 h 746769"/>
              <a:gd name="csX16" fmla="*/ 427425 w 588615"/>
              <a:gd name="csY16" fmla="*/ 426720 h 746769"/>
              <a:gd name="csX17" fmla="*/ 526485 w 588615"/>
              <a:gd name="csY17" fmla="*/ 434340 h 746769"/>
              <a:gd name="csX18" fmla="*/ 572205 w 588615"/>
              <a:gd name="csY18" fmla="*/ 525780 h 746769"/>
              <a:gd name="csX19" fmla="*/ 541725 w 588615"/>
              <a:gd name="csY19" fmla="*/ 678180 h 746769"/>
              <a:gd name="csX20" fmla="*/ 503625 w 588615"/>
              <a:gd name="csY20" fmla="*/ 716280 h 746769"/>
              <a:gd name="csX21" fmla="*/ 450285 w 588615"/>
              <a:gd name="csY21" fmla="*/ 746760 h 7467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88615" h="746769">
                <a:moveTo>
                  <a:pt x="54045" y="0"/>
                </a:moveTo>
                <a:cubicBezTo>
                  <a:pt x="85741" y="12678"/>
                  <a:pt x="158000" y="40903"/>
                  <a:pt x="175965" y="53340"/>
                </a:cubicBezTo>
                <a:cubicBezTo>
                  <a:pt x="185304" y="59806"/>
                  <a:pt x="186125" y="73660"/>
                  <a:pt x="191205" y="83820"/>
                </a:cubicBezTo>
                <a:cubicBezTo>
                  <a:pt x="183585" y="111760"/>
                  <a:pt x="180796" y="141493"/>
                  <a:pt x="168345" y="167640"/>
                </a:cubicBezTo>
                <a:cubicBezTo>
                  <a:pt x="155015" y="195633"/>
                  <a:pt x="134715" y="219907"/>
                  <a:pt x="115005" y="243840"/>
                </a:cubicBezTo>
                <a:cubicBezTo>
                  <a:pt x="85532" y="279629"/>
                  <a:pt x="51085" y="305997"/>
                  <a:pt x="15945" y="335280"/>
                </a:cubicBezTo>
                <a:cubicBezTo>
                  <a:pt x="10865" y="317500"/>
                  <a:pt x="-3306" y="299991"/>
                  <a:pt x="705" y="281940"/>
                </a:cubicBezTo>
                <a:cubicBezTo>
                  <a:pt x="7609" y="250872"/>
                  <a:pt x="24572" y="221258"/>
                  <a:pt x="46425" y="198120"/>
                </a:cubicBezTo>
                <a:cubicBezTo>
                  <a:pt x="94958" y="146732"/>
                  <a:pt x="198037" y="118631"/>
                  <a:pt x="259785" y="106680"/>
                </a:cubicBezTo>
                <a:cubicBezTo>
                  <a:pt x="294786" y="99906"/>
                  <a:pt x="330905" y="101600"/>
                  <a:pt x="366465" y="99060"/>
                </a:cubicBezTo>
                <a:cubicBezTo>
                  <a:pt x="457247" y="115566"/>
                  <a:pt x="472970" y="106505"/>
                  <a:pt x="549345" y="182880"/>
                </a:cubicBezTo>
                <a:cubicBezTo>
                  <a:pt x="567836" y="201371"/>
                  <a:pt x="574745" y="228600"/>
                  <a:pt x="587445" y="251460"/>
                </a:cubicBezTo>
                <a:cubicBezTo>
                  <a:pt x="584905" y="289560"/>
                  <a:pt x="595495" y="330939"/>
                  <a:pt x="579825" y="365760"/>
                </a:cubicBezTo>
                <a:cubicBezTo>
                  <a:pt x="544036" y="445291"/>
                  <a:pt x="420794" y="615132"/>
                  <a:pt x="328365" y="662940"/>
                </a:cubicBezTo>
                <a:cubicBezTo>
                  <a:pt x="298949" y="678155"/>
                  <a:pt x="262325" y="668020"/>
                  <a:pt x="229305" y="670560"/>
                </a:cubicBezTo>
                <a:cubicBezTo>
                  <a:pt x="161316" y="662061"/>
                  <a:pt x="120383" y="676148"/>
                  <a:pt x="214065" y="579120"/>
                </a:cubicBezTo>
                <a:cubicBezTo>
                  <a:pt x="338368" y="450377"/>
                  <a:pt x="325618" y="460656"/>
                  <a:pt x="427425" y="426720"/>
                </a:cubicBezTo>
                <a:lnTo>
                  <a:pt x="526485" y="434340"/>
                </a:lnTo>
                <a:cubicBezTo>
                  <a:pt x="549314" y="443740"/>
                  <a:pt x="565699" y="506261"/>
                  <a:pt x="572205" y="525780"/>
                </a:cubicBezTo>
                <a:cubicBezTo>
                  <a:pt x="567556" y="586219"/>
                  <a:pt x="575029" y="628224"/>
                  <a:pt x="541725" y="678180"/>
                </a:cubicBezTo>
                <a:cubicBezTo>
                  <a:pt x="531762" y="693124"/>
                  <a:pt x="517526" y="704907"/>
                  <a:pt x="503625" y="716280"/>
                </a:cubicBezTo>
                <a:cubicBezTo>
                  <a:pt x="464650" y="748169"/>
                  <a:pt x="474993" y="746760"/>
                  <a:pt x="450285" y="74676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947D2C8-21D9-318A-3BDD-A6593B4A470D}"/>
              </a:ext>
            </a:extLst>
          </p:cNvPr>
          <p:cNvSpPr/>
          <p:nvPr/>
        </p:nvSpPr>
        <p:spPr>
          <a:xfrm>
            <a:off x="2705100" y="4198620"/>
            <a:ext cx="1066800" cy="931566"/>
          </a:xfrm>
          <a:custGeom>
            <a:avLst/>
            <a:gdLst>
              <a:gd name="csX0" fmla="*/ 342900 w 1066800"/>
              <a:gd name="csY0" fmla="*/ 411480 h 931566"/>
              <a:gd name="csX1" fmla="*/ 365760 w 1066800"/>
              <a:gd name="csY1" fmla="*/ 45720 h 931566"/>
              <a:gd name="csX2" fmla="*/ 327660 w 1066800"/>
              <a:gd name="csY2" fmla="*/ 7620 h 931566"/>
              <a:gd name="csX3" fmla="*/ 251460 w 1066800"/>
              <a:gd name="csY3" fmla="*/ 0 h 931566"/>
              <a:gd name="csX4" fmla="*/ 114300 w 1066800"/>
              <a:gd name="csY4" fmla="*/ 45720 h 931566"/>
              <a:gd name="csX5" fmla="*/ 0 w 1066800"/>
              <a:gd name="csY5" fmla="*/ 190500 h 931566"/>
              <a:gd name="csX6" fmla="*/ 15240 w 1066800"/>
              <a:gd name="csY6" fmla="*/ 350520 h 931566"/>
              <a:gd name="csX7" fmla="*/ 198120 w 1066800"/>
              <a:gd name="csY7" fmla="*/ 541020 h 931566"/>
              <a:gd name="csX8" fmla="*/ 365760 w 1066800"/>
              <a:gd name="csY8" fmla="*/ 571500 h 931566"/>
              <a:gd name="csX9" fmla="*/ 502920 w 1066800"/>
              <a:gd name="csY9" fmla="*/ 541020 h 931566"/>
              <a:gd name="csX10" fmla="*/ 525780 w 1066800"/>
              <a:gd name="csY10" fmla="*/ 525780 h 931566"/>
              <a:gd name="csX11" fmla="*/ 586740 w 1066800"/>
              <a:gd name="csY11" fmla="*/ 472440 h 931566"/>
              <a:gd name="csX12" fmla="*/ 609600 w 1066800"/>
              <a:gd name="csY12" fmla="*/ 441960 h 931566"/>
              <a:gd name="csX13" fmla="*/ 601980 w 1066800"/>
              <a:gd name="csY13" fmla="*/ 373380 h 931566"/>
              <a:gd name="csX14" fmla="*/ 579120 w 1066800"/>
              <a:gd name="csY14" fmla="*/ 358140 h 931566"/>
              <a:gd name="csX15" fmla="*/ 472440 w 1066800"/>
              <a:gd name="csY15" fmla="*/ 365760 h 931566"/>
              <a:gd name="csX16" fmla="*/ 426720 w 1066800"/>
              <a:gd name="csY16" fmla="*/ 381000 h 931566"/>
              <a:gd name="csX17" fmla="*/ 411480 w 1066800"/>
              <a:gd name="csY17" fmla="*/ 419100 h 931566"/>
              <a:gd name="csX18" fmla="*/ 472440 w 1066800"/>
              <a:gd name="csY18" fmla="*/ 647700 h 931566"/>
              <a:gd name="csX19" fmla="*/ 533400 w 1066800"/>
              <a:gd name="csY19" fmla="*/ 723900 h 931566"/>
              <a:gd name="csX20" fmla="*/ 571500 w 1066800"/>
              <a:gd name="csY20" fmla="*/ 762000 h 931566"/>
              <a:gd name="csX21" fmla="*/ 640080 w 1066800"/>
              <a:gd name="csY21" fmla="*/ 784860 h 931566"/>
              <a:gd name="csX22" fmla="*/ 762000 w 1066800"/>
              <a:gd name="csY22" fmla="*/ 777240 h 931566"/>
              <a:gd name="csX23" fmla="*/ 784860 w 1066800"/>
              <a:gd name="csY23" fmla="*/ 769620 h 931566"/>
              <a:gd name="csX24" fmla="*/ 800100 w 1066800"/>
              <a:gd name="csY24" fmla="*/ 746760 h 931566"/>
              <a:gd name="csX25" fmla="*/ 822960 w 1066800"/>
              <a:gd name="csY25" fmla="*/ 731520 h 931566"/>
              <a:gd name="csX26" fmla="*/ 830580 w 1066800"/>
              <a:gd name="csY26" fmla="*/ 701040 h 931566"/>
              <a:gd name="csX27" fmla="*/ 845820 w 1066800"/>
              <a:gd name="csY27" fmla="*/ 647700 h 931566"/>
              <a:gd name="csX28" fmla="*/ 853440 w 1066800"/>
              <a:gd name="csY28" fmla="*/ 609600 h 931566"/>
              <a:gd name="csX29" fmla="*/ 845820 w 1066800"/>
              <a:gd name="csY29" fmla="*/ 502920 h 931566"/>
              <a:gd name="csX30" fmla="*/ 754380 w 1066800"/>
              <a:gd name="csY30" fmla="*/ 259080 h 931566"/>
              <a:gd name="csX31" fmla="*/ 701040 w 1066800"/>
              <a:gd name="csY31" fmla="*/ 198120 h 931566"/>
              <a:gd name="csX32" fmla="*/ 579120 w 1066800"/>
              <a:gd name="csY32" fmla="*/ 381000 h 931566"/>
              <a:gd name="csX33" fmla="*/ 777240 w 1066800"/>
              <a:gd name="csY33" fmla="*/ 762000 h 931566"/>
              <a:gd name="csX34" fmla="*/ 838200 w 1066800"/>
              <a:gd name="csY34" fmla="*/ 861060 h 931566"/>
              <a:gd name="csX35" fmla="*/ 906780 w 1066800"/>
              <a:gd name="csY35" fmla="*/ 914400 h 931566"/>
              <a:gd name="csX36" fmla="*/ 929640 w 1066800"/>
              <a:gd name="csY36" fmla="*/ 929640 h 931566"/>
              <a:gd name="csX37" fmla="*/ 1066800 w 1066800"/>
              <a:gd name="csY37" fmla="*/ 929640 h 9315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66800" h="931566">
                <a:moveTo>
                  <a:pt x="342900" y="411480"/>
                </a:moveTo>
                <a:cubicBezTo>
                  <a:pt x="365144" y="278015"/>
                  <a:pt x="393986" y="182147"/>
                  <a:pt x="365760" y="45720"/>
                </a:cubicBezTo>
                <a:cubicBezTo>
                  <a:pt x="362121" y="28132"/>
                  <a:pt x="344336" y="14290"/>
                  <a:pt x="327660" y="7620"/>
                </a:cubicBezTo>
                <a:cubicBezTo>
                  <a:pt x="303959" y="-1860"/>
                  <a:pt x="276860" y="2540"/>
                  <a:pt x="251460" y="0"/>
                </a:cubicBezTo>
                <a:cubicBezTo>
                  <a:pt x="205740" y="15240"/>
                  <a:pt x="156428" y="22315"/>
                  <a:pt x="114300" y="45720"/>
                </a:cubicBezTo>
                <a:cubicBezTo>
                  <a:pt x="60585" y="75562"/>
                  <a:pt x="29542" y="141263"/>
                  <a:pt x="0" y="190500"/>
                </a:cubicBezTo>
                <a:cubicBezTo>
                  <a:pt x="5080" y="243840"/>
                  <a:pt x="-3283" y="300242"/>
                  <a:pt x="15240" y="350520"/>
                </a:cubicBezTo>
                <a:cubicBezTo>
                  <a:pt x="45015" y="431337"/>
                  <a:pt x="120084" y="505253"/>
                  <a:pt x="198120" y="541020"/>
                </a:cubicBezTo>
                <a:cubicBezTo>
                  <a:pt x="246764" y="563315"/>
                  <a:pt x="313190" y="566243"/>
                  <a:pt x="365760" y="571500"/>
                </a:cubicBezTo>
                <a:cubicBezTo>
                  <a:pt x="402899" y="564747"/>
                  <a:pt x="464517" y="556381"/>
                  <a:pt x="502920" y="541020"/>
                </a:cubicBezTo>
                <a:cubicBezTo>
                  <a:pt x="511423" y="537619"/>
                  <a:pt x="518454" y="531275"/>
                  <a:pt x="525780" y="525780"/>
                </a:cubicBezTo>
                <a:cubicBezTo>
                  <a:pt x="545970" y="510637"/>
                  <a:pt x="569822" y="492177"/>
                  <a:pt x="586740" y="472440"/>
                </a:cubicBezTo>
                <a:cubicBezTo>
                  <a:pt x="595005" y="462797"/>
                  <a:pt x="601980" y="452120"/>
                  <a:pt x="609600" y="441960"/>
                </a:cubicBezTo>
                <a:cubicBezTo>
                  <a:pt x="607060" y="419100"/>
                  <a:pt x="609840" y="394996"/>
                  <a:pt x="601980" y="373380"/>
                </a:cubicBezTo>
                <a:cubicBezTo>
                  <a:pt x="598850" y="364773"/>
                  <a:pt x="588262" y="358678"/>
                  <a:pt x="579120" y="358140"/>
                </a:cubicBezTo>
                <a:cubicBezTo>
                  <a:pt x="543531" y="356047"/>
                  <a:pt x="508000" y="363220"/>
                  <a:pt x="472440" y="365760"/>
                </a:cubicBezTo>
                <a:cubicBezTo>
                  <a:pt x="457200" y="370840"/>
                  <a:pt x="438810" y="370422"/>
                  <a:pt x="426720" y="381000"/>
                </a:cubicBezTo>
                <a:cubicBezTo>
                  <a:pt x="416426" y="390007"/>
                  <a:pt x="409169" y="405618"/>
                  <a:pt x="411480" y="419100"/>
                </a:cubicBezTo>
                <a:cubicBezTo>
                  <a:pt x="424805" y="496829"/>
                  <a:pt x="443151" y="574478"/>
                  <a:pt x="472440" y="647700"/>
                </a:cubicBezTo>
                <a:cubicBezTo>
                  <a:pt x="484521" y="677901"/>
                  <a:pt x="512097" y="699319"/>
                  <a:pt x="533400" y="723900"/>
                </a:cubicBezTo>
                <a:cubicBezTo>
                  <a:pt x="545163" y="737473"/>
                  <a:pt x="556786" y="751700"/>
                  <a:pt x="571500" y="762000"/>
                </a:cubicBezTo>
                <a:cubicBezTo>
                  <a:pt x="587441" y="773159"/>
                  <a:pt x="620741" y="780025"/>
                  <a:pt x="640080" y="784860"/>
                </a:cubicBezTo>
                <a:cubicBezTo>
                  <a:pt x="680720" y="782320"/>
                  <a:pt x="721504" y="781503"/>
                  <a:pt x="762000" y="777240"/>
                </a:cubicBezTo>
                <a:cubicBezTo>
                  <a:pt x="769988" y="776399"/>
                  <a:pt x="778588" y="774638"/>
                  <a:pt x="784860" y="769620"/>
                </a:cubicBezTo>
                <a:cubicBezTo>
                  <a:pt x="792011" y="763899"/>
                  <a:pt x="793624" y="753236"/>
                  <a:pt x="800100" y="746760"/>
                </a:cubicBezTo>
                <a:cubicBezTo>
                  <a:pt x="806576" y="740284"/>
                  <a:pt x="815340" y="736600"/>
                  <a:pt x="822960" y="731520"/>
                </a:cubicBezTo>
                <a:cubicBezTo>
                  <a:pt x="825500" y="721360"/>
                  <a:pt x="827824" y="711144"/>
                  <a:pt x="830580" y="701040"/>
                </a:cubicBezTo>
                <a:cubicBezTo>
                  <a:pt x="835445" y="683200"/>
                  <a:pt x="841335" y="665639"/>
                  <a:pt x="845820" y="647700"/>
                </a:cubicBezTo>
                <a:cubicBezTo>
                  <a:pt x="848961" y="635135"/>
                  <a:pt x="850900" y="622300"/>
                  <a:pt x="853440" y="609600"/>
                </a:cubicBezTo>
                <a:cubicBezTo>
                  <a:pt x="850900" y="574040"/>
                  <a:pt x="852390" y="537960"/>
                  <a:pt x="845820" y="502920"/>
                </a:cubicBezTo>
                <a:cubicBezTo>
                  <a:pt x="824114" y="387155"/>
                  <a:pt x="806289" y="358180"/>
                  <a:pt x="754380" y="259080"/>
                </a:cubicBezTo>
                <a:cubicBezTo>
                  <a:pt x="723395" y="199926"/>
                  <a:pt x="741962" y="211761"/>
                  <a:pt x="701040" y="198120"/>
                </a:cubicBezTo>
                <a:cubicBezTo>
                  <a:pt x="670029" y="232232"/>
                  <a:pt x="573580" y="321447"/>
                  <a:pt x="579120" y="381000"/>
                </a:cubicBezTo>
                <a:cubicBezTo>
                  <a:pt x="598727" y="591775"/>
                  <a:pt x="667643" y="611304"/>
                  <a:pt x="777240" y="762000"/>
                </a:cubicBezTo>
                <a:cubicBezTo>
                  <a:pt x="800044" y="793356"/>
                  <a:pt x="815500" y="829629"/>
                  <a:pt x="838200" y="861060"/>
                </a:cubicBezTo>
                <a:cubicBezTo>
                  <a:pt x="868977" y="903675"/>
                  <a:pt x="869947" y="893353"/>
                  <a:pt x="906780" y="914400"/>
                </a:cubicBezTo>
                <a:cubicBezTo>
                  <a:pt x="914731" y="918944"/>
                  <a:pt x="920523" y="928772"/>
                  <a:pt x="929640" y="929640"/>
                </a:cubicBezTo>
                <a:cubicBezTo>
                  <a:pt x="975154" y="933975"/>
                  <a:pt x="1021080" y="929640"/>
                  <a:pt x="1066800" y="92964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903969-E3B4-A971-9264-6D734BC66DD7}"/>
              </a:ext>
            </a:extLst>
          </p:cNvPr>
          <p:cNvSpPr txBox="1"/>
          <p:nvPr/>
        </p:nvSpPr>
        <p:spPr>
          <a:xfrm>
            <a:off x="674854" y="1774238"/>
            <a:ext cx="23747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Schema</a:t>
            </a:r>
            <a:endParaRPr lang="en-IN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243120" y="12820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GB" sz="2000" dirty="0">
                <a:solidFill>
                  <a:schemeClr val="dk1"/>
                </a:solidFill>
              </a:rPr>
              <a:t>customer: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 err="1">
                <a:solidFill>
                  <a:schemeClr val="dk1"/>
                </a:solidFill>
              </a:rPr>
              <a:t>customer_id</a:t>
            </a:r>
            <a:r>
              <a:rPr lang="en-GB" sz="1874" dirty="0">
                <a:solidFill>
                  <a:schemeClr val="dk1"/>
                </a:solidFill>
              </a:rPr>
              <a:t>: Unique identifier assigned to each customer.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 err="1">
                <a:solidFill>
                  <a:schemeClr val="dk1"/>
                </a:solidFill>
              </a:rPr>
              <a:t>first_name</a:t>
            </a:r>
            <a:r>
              <a:rPr lang="en-GB" sz="1874" dirty="0">
                <a:solidFill>
                  <a:schemeClr val="dk1"/>
                </a:solidFill>
              </a:rPr>
              <a:t>: The given name or first name of a customer.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 err="1">
                <a:solidFill>
                  <a:schemeClr val="dk1"/>
                </a:solidFill>
              </a:rPr>
              <a:t>last_name</a:t>
            </a:r>
            <a:r>
              <a:rPr lang="en-GB" sz="1874" dirty="0">
                <a:solidFill>
                  <a:schemeClr val="dk1"/>
                </a:solidFill>
              </a:rPr>
              <a:t>: The surname or family name of a customer.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>
                <a:solidFill>
                  <a:schemeClr val="dk1"/>
                </a:solidFill>
              </a:rPr>
              <a:t>company: The name of the company associated with a customer.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>
                <a:solidFill>
                  <a:schemeClr val="dk1"/>
                </a:solidFill>
              </a:rPr>
              <a:t>address: The street address of a customer's location.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>
                <a:solidFill>
                  <a:schemeClr val="dk1"/>
                </a:solidFill>
              </a:rPr>
              <a:t>city: The city where a customer is located.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>
                <a:solidFill>
                  <a:schemeClr val="dk1"/>
                </a:solidFill>
              </a:rPr>
              <a:t>state: The state or province where a customer is located.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>
                <a:solidFill>
                  <a:schemeClr val="dk1"/>
                </a:solidFill>
              </a:rPr>
              <a:t>country: The country where a customer is located.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 err="1">
                <a:solidFill>
                  <a:schemeClr val="dk1"/>
                </a:solidFill>
              </a:rPr>
              <a:t>postal_code</a:t>
            </a:r>
            <a:r>
              <a:rPr lang="en-GB" sz="1874" dirty="0">
                <a:solidFill>
                  <a:schemeClr val="dk1"/>
                </a:solidFill>
              </a:rPr>
              <a:t>: The postal or zip code of a customer's address.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>
                <a:solidFill>
                  <a:schemeClr val="dk1"/>
                </a:solidFill>
              </a:rPr>
              <a:t>phone: The phone number of a customer.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>
                <a:solidFill>
                  <a:schemeClr val="dk1"/>
                </a:solidFill>
              </a:rPr>
              <a:t>fax: The fax number associated with a customer.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>
                <a:solidFill>
                  <a:schemeClr val="dk1"/>
                </a:solidFill>
              </a:rPr>
              <a:t>email: The email address of a customer.</a:t>
            </a:r>
            <a:endParaRPr sz="1874" dirty="0">
              <a:solidFill>
                <a:schemeClr val="dk1"/>
              </a:solidFill>
            </a:endParaRP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874" dirty="0" err="1">
                <a:solidFill>
                  <a:schemeClr val="dk1"/>
                </a:solidFill>
              </a:rPr>
              <a:t>support_rep_id</a:t>
            </a:r>
            <a:r>
              <a:rPr lang="en-GB" sz="1874" dirty="0">
                <a:solidFill>
                  <a:schemeClr val="dk1"/>
                </a:solidFill>
              </a:rPr>
              <a:t>: The employee ID of the support representative assigned to a customer.</a:t>
            </a:r>
            <a:endParaRPr sz="1874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2"/>
          </p:nvPr>
        </p:nvSpPr>
        <p:spPr>
          <a:xfrm>
            <a:off x="4832400" y="1268690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invoice: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invoice_id: Unique identifier assigned to each invoice.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customer_id: The customer ID associated with the invoice.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invoice_date: The date when the invoice was generated or issued.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billing_address: The street address used for billing purposes.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billing_city: The city used for billing purposes.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billing_state: The state or province used for billing purposes.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billing_country: The country used for billing purposes.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billing_postal_code: The postal or zip code used for billing purposes.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total: The total amount due on the invoice.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7D81E8E-5DE0-8240-F2FE-6108ABD4657C}"/>
              </a:ext>
            </a:extLst>
          </p:cNvPr>
          <p:cNvGrpSpPr/>
          <p:nvPr/>
        </p:nvGrpSpPr>
        <p:grpSpPr>
          <a:xfrm>
            <a:off x="0" y="0"/>
            <a:ext cx="9151620" cy="967740"/>
            <a:chOff x="0" y="0"/>
            <a:chExt cx="9151620" cy="96774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ECB6F4A-74CC-C110-4768-02DD65940491}"/>
                </a:ext>
              </a:extLst>
            </p:cNvPr>
            <p:cNvSpPr/>
            <p:nvPr/>
          </p:nvSpPr>
          <p:spPr>
            <a:xfrm>
              <a:off x="0" y="0"/>
              <a:ext cx="9144000" cy="9677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Data Description</a:t>
              </a:r>
              <a:endParaRPr lang="en-IN" sz="3200" b="1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27B0350-C9CB-266D-9B35-CCA345CF18DC}"/>
                </a:ext>
              </a:extLst>
            </p:cNvPr>
            <p:cNvSpPr/>
            <p:nvPr/>
          </p:nvSpPr>
          <p:spPr>
            <a:xfrm>
              <a:off x="0" y="53340"/>
              <a:ext cx="548640" cy="468199"/>
            </a:xfrm>
            <a:custGeom>
              <a:avLst/>
              <a:gdLst>
                <a:gd name="csX0" fmla="*/ 0 w 548640"/>
                <a:gd name="csY0" fmla="*/ 0 h 468199"/>
                <a:gd name="csX1" fmla="*/ 45720 w 548640"/>
                <a:gd name="csY1" fmla="*/ 99060 h 468199"/>
                <a:gd name="csX2" fmla="*/ 205740 w 548640"/>
                <a:gd name="csY2" fmla="*/ 106680 h 468199"/>
                <a:gd name="csX3" fmla="*/ 259080 w 548640"/>
                <a:gd name="csY3" fmla="*/ 152400 h 468199"/>
                <a:gd name="csX4" fmla="*/ 259080 w 548640"/>
                <a:gd name="csY4" fmla="*/ 266700 h 468199"/>
                <a:gd name="csX5" fmla="*/ 167640 w 548640"/>
                <a:gd name="csY5" fmla="*/ 335280 h 468199"/>
                <a:gd name="csX6" fmla="*/ 121920 w 548640"/>
                <a:gd name="csY6" fmla="*/ 342900 h 468199"/>
                <a:gd name="csX7" fmla="*/ 91440 w 548640"/>
                <a:gd name="csY7" fmla="*/ 350520 h 468199"/>
                <a:gd name="csX8" fmla="*/ 121920 w 548640"/>
                <a:gd name="csY8" fmla="*/ 312420 h 468199"/>
                <a:gd name="csX9" fmla="*/ 175260 w 548640"/>
                <a:gd name="csY9" fmla="*/ 289560 h 468199"/>
                <a:gd name="csX10" fmla="*/ 236220 w 548640"/>
                <a:gd name="csY10" fmla="*/ 259080 h 468199"/>
                <a:gd name="csX11" fmla="*/ 327660 w 548640"/>
                <a:gd name="csY11" fmla="*/ 281940 h 468199"/>
                <a:gd name="csX12" fmla="*/ 350520 w 548640"/>
                <a:gd name="csY12" fmla="*/ 373380 h 468199"/>
                <a:gd name="csX13" fmla="*/ 388620 w 548640"/>
                <a:gd name="csY13" fmla="*/ 434340 h 468199"/>
                <a:gd name="csX14" fmla="*/ 426720 w 548640"/>
                <a:gd name="csY14" fmla="*/ 464820 h 468199"/>
                <a:gd name="csX15" fmla="*/ 548640 w 548640"/>
                <a:gd name="csY15" fmla="*/ 464820 h 468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48640" h="468199">
                  <a:moveTo>
                    <a:pt x="0" y="0"/>
                  </a:moveTo>
                  <a:cubicBezTo>
                    <a:pt x="15240" y="33020"/>
                    <a:pt x="13435" y="82320"/>
                    <a:pt x="45720" y="99060"/>
                  </a:cubicBezTo>
                  <a:cubicBezTo>
                    <a:pt x="93126" y="123641"/>
                    <a:pt x="152752" y="100056"/>
                    <a:pt x="205740" y="106680"/>
                  </a:cubicBezTo>
                  <a:cubicBezTo>
                    <a:pt x="219003" y="108338"/>
                    <a:pt x="255938" y="149258"/>
                    <a:pt x="259080" y="152400"/>
                  </a:cubicBezTo>
                  <a:cubicBezTo>
                    <a:pt x="272535" y="192765"/>
                    <a:pt x="281978" y="211090"/>
                    <a:pt x="259080" y="266700"/>
                  </a:cubicBezTo>
                  <a:cubicBezTo>
                    <a:pt x="255072" y="276434"/>
                    <a:pt x="178363" y="330812"/>
                    <a:pt x="167640" y="335280"/>
                  </a:cubicBezTo>
                  <a:cubicBezTo>
                    <a:pt x="153378" y="341222"/>
                    <a:pt x="137070" y="339870"/>
                    <a:pt x="121920" y="342900"/>
                  </a:cubicBezTo>
                  <a:cubicBezTo>
                    <a:pt x="111651" y="344954"/>
                    <a:pt x="101600" y="347980"/>
                    <a:pt x="91440" y="350520"/>
                  </a:cubicBezTo>
                  <a:cubicBezTo>
                    <a:pt x="101600" y="337820"/>
                    <a:pt x="108767" y="321986"/>
                    <a:pt x="121920" y="312420"/>
                  </a:cubicBezTo>
                  <a:cubicBezTo>
                    <a:pt x="137564" y="301042"/>
                    <a:pt x="157958" y="298211"/>
                    <a:pt x="175260" y="289560"/>
                  </a:cubicBezTo>
                  <a:cubicBezTo>
                    <a:pt x="247240" y="253570"/>
                    <a:pt x="184671" y="276263"/>
                    <a:pt x="236220" y="259080"/>
                  </a:cubicBezTo>
                  <a:cubicBezTo>
                    <a:pt x="266700" y="266700"/>
                    <a:pt x="299559" y="267889"/>
                    <a:pt x="327660" y="281940"/>
                  </a:cubicBezTo>
                  <a:cubicBezTo>
                    <a:pt x="347326" y="291773"/>
                    <a:pt x="350023" y="371391"/>
                    <a:pt x="350520" y="373380"/>
                  </a:cubicBezTo>
                  <a:cubicBezTo>
                    <a:pt x="354544" y="389476"/>
                    <a:pt x="377834" y="423554"/>
                    <a:pt x="388620" y="434340"/>
                  </a:cubicBezTo>
                  <a:cubicBezTo>
                    <a:pt x="400120" y="445840"/>
                    <a:pt x="410743" y="461777"/>
                    <a:pt x="426720" y="464820"/>
                  </a:cubicBezTo>
                  <a:cubicBezTo>
                    <a:pt x="466642" y="472424"/>
                    <a:pt x="508000" y="464820"/>
                    <a:pt x="548640" y="46482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941F02-3DB6-448C-ED02-8DC25C9B056B}"/>
                </a:ext>
              </a:extLst>
            </p:cNvPr>
            <p:cNvSpPr/>
            <p:nvPr/>
          </p:nvSpPr>
          <p:spPr>
            <a:xfrm>
              <a:off x="8595360" y="480060"/>
              <a:ext cx="556260" cy="487680"/>
            </a:xfrm>
            <a:custGeom>
              <a:avLst/>
              <a:gdLst>
                <a:gd name="csX0" fmla="*/ 556260 w 556260"/>
                <a:gd name="csY0" fmla="*/ 487680 h 487680"/>
                <a:gd name="csX1" fmla="*/ 426720 w 556260"/>
                <a:gd name="csY1" fmla="*/ 441960 h 487680"/>
                <a:gd name="csX2" fmla="*/ 320040 w 556260"/>
                <a:gd name="csY2" fmla="*/ 419100 h 487680"/>
                <a:gd name="csX3" fmla="*/ 304800 w 556260"/>
                <a:gd name="csY3" fmla="*/ 396240 h 487680"/>
                <a:gd name="csX4" fmla="*/ 320040 w 556260"/>
                <a:gd name="csY4" fmla="*/ 304800 h 487680"/>
                <a:gd name="csX5" fmla="*/ 358140 w 556260"/>
                <a:gd name="csY5" fmla="*/ 281940 h 487680"/>
                <a:gd name="csX6" fmla="*/ 381000 w 556260"/>
                <a:gd name="csY6" fmla="*/ 266700 h 487680"/>
                <a:gd name="csX7" fmla="*/ 487680 w 556260"/>
                <a:gd name="csY7" fmla="*/ 274320 h 487680"/>
                <a:gd name="csX8" fmla="*/ 525780 w 556260"/>
                <a:gd name="csY8" fmla="*/ 289560 h 487680"/>
                <a:gd name="csX9" fmla="*/ 472440 w 556260"/>
                <a:gd name="csY9" fmla="*/ 335280 h 487680"/>
                <a:gd name="csX10" fmla="*/ 205740 w 556260"/>
                <a:gd name="csY10" fmla="*/ 312420 h 487680"/>
                <a:gd name="csX11" fmla="*/ 160020 w 556260"/>
                <a:gd name="csY11" fmla="*/ 297180 h 487680"/>
                <a:gd name="csX12" fmla="*/ 106680 w 556260"/>
                <a:gd name="csY12" fmla="*/ 266700 h 487680"/>
                <a:gd name="csX13" fmla="*/ 83820 w 556260"/>
                <a:gd name="csY13" fmla="*/ 259080 h 487680"/>
                <a:gd name="csX14" fmla="*/ 60960 w 556260"/>
                <a:gd name="csY14" fmla="*/ 228600 h 487680"/>
                <a:gd name="csX15" fmla="*/ 38100 w 556260"/>
                <a:gd name="csY15" fmla="*/ 220980 h 487680"/>
                <a:gd name="csX16" fmla="*/ 15240 w 556260"/>
                <a:gd name="csY16" fmla="*/ 198120 h 487680"/>
                <a:gd name="csX17" fmla="*/ 7620 w 556260"/>
                <a:gd name="csY17" fmla="*/ 144780 h 487680"/>
                <a:gd name="csX18" fmla="*/ 0 w 556260"/>
                <a:gd name="csY18" fmla="*/ 114300 h 487680"/>
                <a:gd name="csX19" fmla="*/ 7620 w 556260"/>
                <a:gd name="csY19" fmla="*/ 0 h 487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556260" h="487680">
                  <a:moveTo>
                    <a:pt x="556260" y="487680"/>
                  </a:moveTo>
                  <a:cubicBezTo>
                    <a:pt x="513080" y="472440"/>
                    <a:pt x="471621" y="450940"/>
                    <a:pt x="426720" y="441960"/>
                  </a:cubicBezTo>
                  <a:cubicBezTo>
                    <a:pt x="340251" y="424666"/>
                    <a:pt x="375650" y="433002"/>
                    <a:pt x="320040" y="419100"/>
                  </a:cubicBezTo>
                  <a:cubicBezTo>
                    <a:pt x="314960" y="411480"/>
                    <a:pt x="308016" y="404815"/>
                    <a:pt x="304800" y="396240"/>
                  </a:cubicBezTo>
                  <a:cubicBezTo>
                    <a:pt x="291765" y="361480"/>
                    <a:pt x="294500" y="336725"/>
                    <a:pt x="320040" y="304800"/>
                  </a:cubicBezTo>
                  <a:cubicBezTo>
                    <a:pt x="329292" y="293235"/>
                    <a:pt x="345581" y="289790"/>
                    <a:pt x="358140" y="281940"/>
                  </a:cubicBezTo>
                  <a:cubicBezTo>
                    <a:pt x="365906" y="277086"/>
                    <a:pt x="373380" y="271780"/>
                    <a:pt x="381000" y="266700"/>
                  </a:cubicBezTo>
                  <a:cubicBezTo>
                    <a:pt x="416560" y="269240"/>
                    <a:pt x="452466" y="268760"/>
                    <a:pt x="487680" y="274320"/>
                  </a:cubicBezTo>
                  <a:cubicBezTo>
                    <a:pt x="501191" y="276453"/>
                    <a:pt x="520392" y="276988"/>
                    <a:pt x="525780" y="289560"/>
                  </a:cubicBezTo>
                  <a:cubicBezTo>
                    <a:pt x="543983" y="332034"/>
                    <a:pt x="487732" y="332222"/>
                    <a:pt x="472440" y="335280"/>
                  </a:cubicBezTo>
                  <a:cubicBezTo>
                    <a:pt x="428568" y="333373"/>
                    <a:pt x="269116" y="333545"/>
                    <a:pt x="205740" y="312420"/>
                  </a:cubicBezTo>
                  <a:cubicBezTo>
                    <a:pt x="190500" y="307340"/>
                    <a:pt x="174935" y="303146"/>
                    <a:pt x="160020" y="297180"/>
                  </a:cubicBezTo>
                  <a:cubicBezTo>
                    <a:pt x="93224" y="270462"/>
                    <a:pt x="161666" y="294193"/>
                    <a:pt x="106680" y="266700"/>
                  </a:cubicBezTo>
                  <a:cubicBezTo>
                    <a:pt x="99496" y="263108"/>
                    <a:pt x="91440" y="261620"/>
                    <a:pt x="83820" y="259080"/>
                  </a:cubicBezTo>
                  <a:cubicBezTo>
                    <a:pt x="76200" y="248920"/>
                    <a:pt x="70716" y="236730"/>
                    <a:pt x="60960" y="228600"/>
                  </a:cubicBezTo>
                  <a:cubicBezTo>
                    <a:pt x="54790" y="223458"/>
                    <a:pt x="44783" y="225435"/>
                    <a:pt x="38100" y="220980"/>
                  </a:cubicBezTo>
                  <a:cubicBezTo>
                    <a:pt x="29134" y="215002"/>
                    <a:pt x="22860" y="205740"/>
                    <a:pt x="15240" y="198120"/>
                  </a:cubicBezTo>
                  <a:cubicBezTo>
                    <a:pt x="12700" y="180340"/>
                    <a:pt x="10833" y="162451"/>
                    <a:pt x="7620" y="144780"/>
                  </a:cubicBezTo>
                  <a:cubicBezTo>
                    <a:pt x="5747" y="134476"/>
                    <a:pt x="0" y="124773"/>
                    <a:pt x="0" y="114300"/>
                  </a:cubicBezTo>
                  <a:cubicBezTo>
                    <a:pt x="0" y="76115"/>
                    <a:pt x="7620" y="38185"/>
                    <a:pt x="7620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935" b="1">
                <a:solidFill>
                  <a:schemeClr val="dk1"/>
                </a:solidFill>
              </a:rPr>
              <a:t>invoice</a:t>
            </a:r>
            <a:r>
              <a:rPr lang="en-GB" sz="935">
                <a:solidFill>
                  <a:schemeClr val="dk1"/>
                </a:solidFill>
              </a:rPr>
              <a:t>: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invoice_id: Unique identifier assigned to each invoice.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customer_id: The customer ID associated with the invoice.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invoice_date: The date when the invoice was generated or issued.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billing_address: The street address used for billing purposes.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billing_city: The city used for billing purposes.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billing_state: The state or province used for billing purposes.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billing_country: The country used for billing purposes.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billing_postal_code: The postal or zip code used for billing purposes.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total: The total amount due on the invoice.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endParaRPr sz="93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935" b="1">
                <a:solidFill>
                  <a:schemeClr val="dk1"/>
                </a:solidFill>
              </a:rPr>
              <a:t>invoice_line:</a:t>
            </a:r>
            <a:endParaRPr sz="935" b="1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invoice_line_id: Unique identifier assigned to each line item on an invoice.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invoice_id: The invoice ID to which the line item belongs.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track_id: The ID of the track or product included in the line item.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unit_price: The price per unit for the line item.</a:t>
            </a:r>
            <a:endParaRPr sz="935">
              <a:solidFill>
                <a:schemeClr val="dk1"/>
              </a:solidFill>
            </a:endParaRPr>
          </a:p>
          <a:p>
            <a:pPr marL="457200" lvl="0" indent="-28797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Char char="●"/>
            </a:pPr>
            <a:r>
              <a:rPr lang="en-GB" sz="935">
                <a:solidFill>
                  <a:schemeClr val="dk1"/>
                </a:solidFill>
              </a:rPr>
              <a:t>quantity: The quantity of units for the line item.</a:t>
            </a:r>
            <a:endParaRPr sz="93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190"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p</a:t>
            </a:r>
            <a:r>
              <a:rPr lang="en-GB" sz="1050" b="1">
                <a:solidFill>
                  <a:schemeClr val="dk1"/>
                </a:solidFill>
              </a:rPr>
              <a:t>laylist</a:t>
            </a:r>
            <a:r>
              <a:rPr lang="en-GB" sz="1050">
                <a:solidFill>
                  <a:schemeClr val="dk1"/>
                </a:solidFill>
              </a:rPr>
              <a:t>: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playlist_id: Unique identifier assigned to each playlist.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name: The name or title of the playlist.</a:t>
            </a:r>
            <a:endParaRPr sz="10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endParaRPr sz="10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-GB" sz="1050" b="1">
                <a:solidFill>
                  <a:schemeClr val="dk1"/>
                </a:solidFill>
              </a:rPr>
              <a:t>playlist_track</a:t>
            </a:r>
            <a:r>
              <a:rPr lang="en-GB" sz="1050">
                <a:solidFill>
                  <a:schemeClr val="dk1"/>
                </a:solidFill>
              </a:rPr>
              <a:t>: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playlist_id: The ID of the playlist to which the track belongs.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track_id: The ID of the track included in the playlist.</a:t>
            </a:r>
            <a:endParaRPr sz="10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endParaRPr sz="10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-GB" sz="1050" b="1">
                <a:solidFill>
                  <a:schemeClr val="dk1"/>
                </a:solidFill>
              </a:rPr>
              <a:t>track</a:t>
            </a:r>
            <a:r>
              <a:rPr lang="en-GB" sz="1050">
                <a:solidFill>
                  <a:schemeClr val="dk1"/>
                </a:solidFill>
              </a:rPr>
              <a:t>: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track_id: Unique identifier assigned to each track or song.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name: The title or name of the track.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album_id: The ID of the album to which the track belongs.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media_type_id: The ID of the media type associated with the track.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genre_id: The ID of the genre associated with the track.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composer: The name of the composer or artist who composed the track.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milliseconds: The duration of the track in milliseconds.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bytes: The file size of the track in bytes.</a:t>
            </a:r>
            <a:endParaRPr sz="1050">
              <a:solidFill>
                <a:schemeClr val="dk1"/>
              </a:solidFill>
            </a:endParaRPr>
          </a:p>
          <a:p>
            <a:pPr marL="457200" lvl="0" indent="-2902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050">
                <a:solidFill>
                  <a:schemeClr val="dk1"/>
                </a:solidFill>
              </a:rPr>
              <a:t>unit_price: The price per unit for the track.</a:t>
            </a:r>
            <a:endParaRPr sz="105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76C802-CEE3-B12D-E023-606880DE70D2}"/>
              </a:ext>
            </a:extLst>
          </p:cNvPr>
          <p:cNvGrpSpPr/>
          <p:nvPr/>
        </p:nvGrpSpPr>
        <p:grpSpPr>
          <a:xfrm>
            <a:off x="-7620" y="-38845"/>
            <a:ext cx="9151620" cy="967740"/>
            <a:chOff x="0" y="0"/>
            <a:chExt cx="9151620" cy="9677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2792702-516D-116A-20DF-7F88033C84E8}"/>
                </a:ext>
              </a:extLst>
            </p:cNvPr>
            <p:cNvSpPr/>
            <p:nvPr/>
          </p:nvSpPr>
          <p:spPr>
            <a:xfrm>
              <a:off x="0" y="0"/>
              <a:ext cx="9144000" cy="9677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Data Description</a:t>
              </a:r>
              <a:endParaRPr lang="en-IN" sz="3200" b="1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31DA7F2-1735-11C7-43D1-B4654A1EB1FF}"/>
                </a:ext>
              </a:extLst>
            </p:cNvPr>
            <p:cNvSpPr/>
            <p:nvPr/>
          </p:nvSpPr>
          <p:spPr>
            <a:xfrm>
              <a:off x="0" y="53340"/>
              <a:ext cx="548640" cy="468199"/>
            </a:xfrm>
            <a:custGeom>
              <a:avLst/>
              <a:gdLst>
                <a:gd name="csX0" fmla="*/ 0 w 548640"/>
                <a:gd name="csY0" fmla="*/ 0 h 468199"/>
                <a:gd name="csX1" fmla="*/ 45720 w 548640"/>
                <a:gd name="csY1" fmla="*/ 99060 h 468199"/>
                <a:gd name="csX2" fmla="*/ 205740 w 548640"/>
                <a:gd name="csY2" fmla="*/ 106680 h 468199"/>
                <a:gd name="csX3" fmla="*/ 259080 w 548640"/>
                <a:gd name="csY3" fmla="*/ 152400 h 468199"/>
                <a:gd name="csX4" fmla="*/ 259080 w 548640"/>
                <a:gd name="csY4" fmla="*/ 266700 h 468199"/>
                <a:gd name="csX5" fmla="*/ 167640 w 548640"/>
                <a:gd name="csY5" fmla="*/ 335280 h 468199"/>
                <a:gd name="csX6" fmla="*/ 121920 w 548640"/>
                <a:gd name="csY6" fmla="*/ 342900 h 468199"/>
                <a:gd name="csX7" fmla="*/ 91440 w 548640"/>
                <a:gd name="csY7" fmla="*/ 350520 h 468199"/>
                <a:gd name="csX8" fmla="*/ 121920 w 548640"/>
                <a:gd name="csY8" fmla="*/ 312420 h 468199"/>
                <a:gd name="csX9" fmla="*/ 175260 w 548640"/>
                <a:gd name="csY9" fmla="*/ 289560 h 468199"/>
                <a:gd name="csX10" fmla="*/ 236220 w 548640"/>
                <a:gd name="csY10" fmla="*/ 259080 h 468199"/>
                <a:gd name="csX11" fmla="*/ 327660 w 548640"/>
                <a:gd name="csY11" fmla="*/ 281940 h 468199"/>
                <a:gd name="csX12" fmla="*/ 350520 w 548640"/>
                <a:gd name="csY12" fmla="*/ 373380 h 468199"/>
                <a:gd name="csX13" fmla="*/ 388620 w 548640"/>
                <a:gd name="csY13" fmla="*/ 434340 h 468199"/>
                <a:gd name="csX14" fmla="*/ 426720 w 548640"/>
                <a:gd name="csY14" fmla="*/ 464820 h 468199"/>
                <a:gd name="csX15" fmla="*/ 548640 w 548640"/>
                <a:gd name="csY15" fmla="*/ 464820 h 468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48640" h="468199">
                  <a:moveTo>
                    <a:pt x="0" y="0"/>
                  </a:moveTo>
                  <a:cubicBezTo>
                    <a:pt x="15240" y="33020"/>
                    <a:pt x="13435" y="82320"/>
                    <a:pt x="45720" y="99060"/>
                  </a:cubicBezTo>
                  <a:cubicBezTo>
                    <a:pt x="93126" y="123641"/>
                    <a:pt x="152752" y="100056"/>
                    <a:pt x="205740" y="106680"/>
                  </a:cubicBezTo>
                  <a:cubicBezTo>
                    <a:pt x="219003" y="108338"/>
                    <a:pt x="255938" y="149258"/>
                    <a:pt x="259080" y="152400"/>
                  </a:cubicBezTo>
                  <a:cubicBezTo>
                    <a:pt x="272535" y="192765"/>
                    <a:pt x="281978" y="211090"/>
                    <a:pt x="259080" y="266700"/>
                  </a:cubicBezTo>
                  <a:cubicBezTo>
                    <a:pt x="255072" y="276434"/>
                    <a:pt x="178363" y="330812"/>
                    <a:pt x="167640" y="335280"/>
                  </a:cubicBezTo>
                  <a:cubicBezTo>
                    <a:pt x="153378" y="341222"/>
                    <a:pt x="137070" y="339870"/>
                    <a:pt x="121920" y="342900"/>
                  </a:cubicBezTo>
                  <a:cubicBezTo>
                    <a:pt x="111651" y="344954"/>
                    <a:pt x="101600" y="347980"/>
                    <a:pt x="91440" y="350520"/>
                  </a:cubicBezTo>
                  <a:cubicBezTo>
                    <a:pt x="101600" y="337820"/>
                    <a:pt x="108767" y="321986"/>
                    <a:pt x="121920" y="312420"/>
                  </a:cubicBezTo>
                  <a:cubicBezTo>
                    <a:pt x="137564" y="301042"/>
                    <a:pt x="157958" y="298211"/>
                    <a:pt x="175260" y="289560"/>
                  </a:cubicBezTo>
                  <a:cubicBezTo>
                    <a:pt x="247240" y="253570"/>
                    <a:pt x="184671" y="276263"/>
                    <a:pt x="236220" y="259080"/>
                  </a:cubicBezTo>
                  <a:cubicBezTo>
                    <a:pt x="266700" y="266700"/>
                    <a:pt x="299559" y="267889"/>
                    <a:pt x="327660" y="281940"/>
                  </a:cubicBezTo>
                  <a:cubicBezTo>
                    <a:pt x="347326" y="291773"/>
                    <a:pt x="350023" y="371391"/>
                    <a:pt x="350520" y="373380"/>
                  </a:cubicBezTo>
                  <a:cubicBezTo>
                    <a:pt x="354544" y="389476"/>
                    <a:pt x="377834" y="423554"/>
                    <a:pt x="388620" y="434340"/>
                  </a:cubicBezTo>
                  <a:cubicBezTo>
                    <a:pt x="400120" y="445840"/>
                    <a:pt x="410743" y="461777"/>
                    <a:pt x="426720" y="464820"/>
                  </a:cubicBezTo>
                  <a:cubicBezTo>
                    <a:pt x="466642" y="472424"/>
                    <a:pt x="508000" y="464820"/>
                    <a:pt x="548640" y="46482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A6D6CDD-0D8B-8B96-FC62-EFA3174B5542}"/>
                </a:ext>
              </a:extLst>
            </p:cNvPr>
            <p:cNvSpPr/>
            <p:nvPr/>
          </p:nvSpPr>
          <p:spPr>
            <a:xfrm>
              <a:off x="8595360" y="480060"/>
              <a:ext cx="556260" cy="487680"/>
            </a:xfrm>
            <a:custGeom>
              <a:avLst/>
              <a:gdLst>
                <a:gd name="csX0" fmla="*/ 556260 w 556260"/>
                <a:gd name="csY0" fmla="*/ 487680 h 487680"/>
                <a:gd name="csX1" fmla="*/ 426720 w 556260"/>
                <a:gd name="csY1" fmla="*/ 441960 h 487680"/>
                <a:gd name="csX2" fmla="*/ 320040 w 556260"/>
                <a:gd name="csY2" fmla="*/ 419100 h 487680"/>
                <a:gd name="csX3" fmla="*/ 304800 w 556260"/>
                <a:gd name="csY3" fmla="*/ 396240 h 487680"/>
                <a:gd name="csX4" fmla="*/ 320040 w 556260"/>
                <a:gd name="csY4" fmla="*/ 304800 h 487680"/>
                <a:gd name="csX5" fmla="*/ 358140 w 556260"/>
                <a:gd name="csY5" fmla="*/ 281940 h 487680"/>
                <a:gd name="csX6" fmla="*/ 381000 w 556260"/>
                <a:gd name="csY6" fmla="*/ 266700 h 487680"/>
                <a:gd name="csX7" fmla="*/ 487680 w 556260"/>
                <a:gd name="csY7" fmla="*/ 274320 h 487680"/>
                <a:gd name="csX8" fmla="*/ 525780 w 556260"/>
                <a:gd name="csY8" fmla="*/ 289560 h 487680"/>
                <a:gd name="csX9" fmla="*/ 472440 w 556260"/>
                <a:gd name="csY9" fmla="*/ 335280 h 487680"/>
                <a:gd name="csX10" fmla="*/ 205740 w 556260"/>
                <a:gd name="csY10" fmla="*/ 312420 h 487680"/>
                <a:gd name="csX11" fmla="*/ 160020 w 556260"/>
                <a:gd name="csY11" fmla="*/ 297180 h 487680"/>
                <a:gd name="csX12" fmla="*/ 106680 w 556260"/>
                <a:gd name="csY12" fmla="*/ 266700 h 487680"/>
                <a:gd name="csX13" fmla="*/ 83820 w 556260"/>
                <a:gd name="csY13" fmla="*/ 259080 h 487680"/>
                <a:gd name="csX14" fmla="*/ 60960 w 556260"/>
                <a:gd name="csY14" fmla="*/ 228600 h 487680"/>
                <a:gd name="csX15" fmla="*/ 38100 w 556260"/>
                <a:gd name="csY15" fmla="*/ 220980 h 487680"/>
                <a:gd name="csX16" fmla="*/ 15240 w 556260"/>
                <a:gd name="csY16" fmla="*/ 198120 h 487680"/>
                <a:gd name="csX17" fmla="*/ 7620 w 556260"/>
                <a:gd name="csY17" fmla="*/ 144780 h 487680"/>
                <a:gd name="csX18" fmla="*/ 0 w 556260"/>
                <a:gd name="csY18" fmla="*/ 114300 h 487680"/>
                <a:gd name="csX19" fmla="*/ 7620 w 556260"/>
                <a:gd name="csY19" fmla="*/ 0 h 487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556260" h="487680">
                  <a:moveTo>
                    <a:pt x="556260" y="487680"/>
                  </a:moveTo>
                  <a:cubicBezTo>
                    <a:pt x="513080" y="472440"/>
                    <a:pt x="471621" y="450940"/>
                    <a:pt x="426720" y="441960"/>
                  </a:cubicBezTo>
                  <a:cubicBezTo>
                    <a:pt x="340251" y="424666"/>
                    <a:pt x="375650" y="433002"/>
                    <a:pt x="320040" y="419100"/>
                  </a:cubicBezTo>
                  <a:cubicBezTo>
                    <a:pt x="314960" y="411480"/>
                    <a:pt x="308016" y="404815"/>
                    <a:pt x="304800" y="396240"/>
                  </a:cubicBezTo>
                  <a:cubicBezTo>
                    <a:pt x="291765" y="361480"/>
                    <a:pt x="294500" y="336725"/>
                    <a:pt x="320040" y="304800"/>
                  </a:cubicBezTo>
                  <a:cubicBezTo>
                    <a:pt x="329292" y="293235"/>
                    <a:pt x="345581" y="289790"/>
                    <a:pt x="358140" y="281940"/>
                  </a:cubicBezTo>
                  <a:cubicBezTo>
                    <a:pt x="365906" y="277086"/>
                    <a:pt x="373380" y="271780"/>
                    <a:pt x="381000" y="266700"/>
                  </a:cubicBezTo>
                  <a:cubicBezTo>
                    <a:pt x="416560" y="269240"/>
                    <a:pt x="452466" y="268760"/>
                    <a:pt x="487680" y="274320"/>
                  </a:cubicBezTo>
                  <a:cubicBezTo>
                    <a:pt x="501191" y="276453"/>
                    <a:pt x="520392" y="276988"/>
                    <a:pt x="525780" y="289560"/>
                  </a:cubicBezTo>
                  <a:cubicBezTo>
                    <a:pt x="543983" y="332034"/>
                    <a:pt x="487732" y="332222"/>
                    <a:pt x="472440" y="335280"/>
                  </a:cubicBezTo>
                  <a:cubicBezTo>
                    <a:pt x="428568" y="333373"/>
                    <a:pt x="269116" y="333545"/>
                    <a:pt x="205740" y="312420"/>
                  </a:cubicBezTo>
                  <a:cubicBezTo>
                    <a:pt x="190500" y="307340"/>
                    <a:pt x="174935" y="303146"/>
                    <a:pt x="160020" y="297180"/>
                  </a:cubicBezTo>
                  <a:cubicBezTo>
                    <a:pt x="93224" y="270462"/>
                    <a:pt x="161666" y="294193"/>
                    <a:pt x="106680" y="266700"/>
                  </a:cubicBezTo>
                  <a:cubicBezTo>
                    <a:pt x="99496" y="263108"/>
                    <a:pt x="91440" y="261620"/>
                    <a:pt x="83820" y="259080"/>
                  </a:cubicBezTo>
                  <a:cubicBezTo>
                    <a:pt x="76200" y="248920"/>
                    <a:pt x="70716" y="236730"/>
                    <a:pt x="60960" y="228600"/>
                  </a:cubicBezTo>
                  <a:cubicBezTo>
                    <a:pt x="54790" y="223458"/>
                    <a:pt x="44783" y="225435"/>
                    <a:pt x="38100" y="220980"/>
                  </a:cubicBezTo>
                  <a:cubicBezTo>
                    <a:pt x="29134" y="215002"/>
                    <a:pt x="22860" y="205740"/>
                    <a:pt x="15240" y="198120"/>
                  </a:cubicBezTo>
                  <a:cubicBezTo>
                    <a:pt x="12700" y="180340"/>
                    <a:pt x="10833" y="162451"/>
                    <a:pt x="7620" y="144780"/>
                  </a:cubicBezTo>
                  <a:cubicBezTo>
                    <a:pt x="5747" y="134476"/>
                    <a:pt x="0" y="124773"/>
                    <a:pt x="0" y="114300"/>
                  </a:cubicBezTo>
                  <a:cubicBezTo>
                    <a:pt x="0" y="76115"/>
                    <a:pt x="7620" y="38185"/>
                    <a:pt x="7620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album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album_id: Unique identifier assigned to each album.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title: The title or name of the album.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artist_id: The ID of the artist associated with the album.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artist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artist_id: Unique identifier assigned to each artist.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name: The name of the artist.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media_type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media_type_id: Unique identifier assigned to each media type.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name: The name or description of the media type (e.g., MPEG audio file, AAC audio file).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genre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genre_id: Unique identifier assigned to each genre.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name: The name or description of the genre (e.g., rock, pop, classical).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58D9457-D1D9-8D90-4D88-7C1CB32AE024}"/>
              </a:ext>
            </a:extLst>
          </p:cNvPr>
          <p:cNvGrpSpPr/>
          <p:nvPr/>
        </p:nvGrpSpPr>
        <p:grpSpPr>
          <a:xfrm>
            <a:off x="-7620" y="0"/>
            <a:ext cx="9151620" cy="967740"/>
            <a:chOff x="0" y="0"/>
            <a:chExt cx="9151620" cy="9677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8CB0928-A033-22E4-9D82-FC8AC075F098}"/>
                </a:ext>
              </a:extLst>
            </p:cNvPr>
            <p:cNvSpPr/>
            <p:nvPr/>
          </p:nvSpPr>
          <p:spPr>
            <a:xfrm>
              <a:off x="0" y="0"/>
              <a:ext cx="9144000" cy="9677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Data Description</a:t>
              </a:r>
              <a:endParaRPr lang="en-IN" sz="3200" b="1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4E3CC66-5941-8D93-D3ED-8EAA66709758}"/>
                </a:ext>
              </a:extLst>
            </p:cNvPr>
            <p:cNvSpPr/>
            <p:nvPr/>
          </p:nvSpPr>
          <p:spPr>
            <a:xfrm>
              <a:off x="0" y="53340"/>
              <a:ext cx="548640" cy="468199"/>
            </a:xfrm>
            <a:custGeom>
              <a:avLst/>
              <a:gdLst>
                <a:gd name="csX0" fmla="*/ 0 w 548640"/>
                <a:gd name="csY0" fmla="*/ 0 h 468199"/>
                <a:gd name="csX1" fmla="*/ 45720 w 548640"/>
                <a:gd name="csY1" fmla="*/ 99060 h 468199"/>
                <a:gd name="csX2" fmla="*/ 205740 w 548640"/>
                <a:gd name="csY2" fmla="*/ 106680 h 468199"/>
                <a:gd name="csX3" fmla="*/ 259080 w 548640"/>
                <a:gd name="csY3" fmla="*/ 152400 h 468199"/>
                <a:gd name="csX4" fmla="*/ 259080 w 548640"/>
                <a:gd name="csY4" fmla="*/ 266700 h 468199"/>
                <a:gd name="csX5" fmla="*/ 167640 w 548640"/>
                <a:gd name="csY5" fmla="*/ 335280 h 468199"/>
                <a:gd name="csX6" fmla="*/ 121920 w 548640"/>
                <a:gd name="csY6" fmla="*/ 342900 h 468199"/>
                <a:gd name="csX7" fmla="*/ 91440 w 548640"/>
                <a:gd name="csY7" fmla="*/ 350520 h 468199"/>
                <a:gd name="csX8" fmla="*/ 121920 w 548640"/>
                <a:gd name="csY8" fmla="*/ 312420 h 468199"/>
                <a:gd name="csX9" fmla="*/ 175260 w 548640"/>
                <a:gd name="csY9" fmla="*/ 289560 h 468199"/>
                <a:gd name="csX10" fmla="*/ 236220 w 548640"/>
                <a:gd name="csY10" fmla="*/ 259080 h 468199"/>
                <a:gd name="csX11" fmla="*/ 327660 w 548640"/>
                <a:gd name="csY11" fmla="*/ 281940 h 468199"/>
                <a:gd name="csX12" fmla="*/ 350520 w 548640"/>
                <a:gd name="csY12" fmla="*/ 373380 h 468199"/>
                <a:gd name="csX13" fmla="*/ 388620 w 548640"/>
                <a:gd name="csY13" fmla="*/ 434340 h 468199"/>
                <a:gd name="csX14" fmla="*/ 426720 w 548640"/>
                <a:gd name="csY14" fmla="*/ 464820 h 468199"/>
                <a:gd name="csX15" fmla="*/ 548640 w 548640"/>
                <a:gd name="csY15" fmla="*/ 464820 h 468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48640" h="468199">
                  <a:moveTo>
                    <a:pt x="0" y="0"/>
                  </a:moveTo>
                  <a:cubicBezTo>
                    <a:pt x="15240" y="33020"/>
                    <a:pt x="13435" y="82320"/>
                    <a:pt x="45720" y="99060"/>
                  </a:cubicBezTo>
                  <a:cubicBezTo>
                    <a:pt x="93126" y="123641"/>
                    <a:pt x="152752" y="100056"/>
                    <a:pt x="205740" y="106680"/>
                  </a:cubicBezTo>
                  <a:cubicBezTo>
                    <a:pt x="219003" y="108338"/>
                    <a:pt x="255938" y="149258"/>
                    <a:pt x="259080" y="152400"/>
                  </a:cubicBezTo>
                  <a:cubicBezTo>
                    <a:pt x="272535" y="192765"/>
                    <a:pt x="281978" y="211090"/>
                    <a:pt x="259080" y="266700"/>
                  </a:cubicBezTo>
                  <a:cubicBezTo>
                    <a:pt x="255072" y="276434"/>
                    <a:pt x="178363" y="330812"/>
                    <a:pt x="167640" y="335280"/>
                  </a:cubicBezTo>
                  <a:cubicBezTo>
                    <a:pt x="153378" y="341222"/>
                    <a:pt x="137070" y="339870"/>
                    <a:pt x="121920" y="342900"/>
                  </a:cubicBezTo>
                  <a:cubicBezTo>
                    <a:pt x="111651" y="344954"/>
                    <a:pt x="101600" y="347980"/>
                    <a:pt x="91440" y="350520"/>
                  </a:cubicBezTo>
                  <a:cubicBezTo>
                    <a:pt x="101600" y="337820"/>
                    <a:pt x="108767" y="321986"/>
                    <a:pt x="121920" y="312420"/>
                  </a:cubicBezTo>
                  <a:cubicBezTo>
                    <a:pt x="137564" y="301042"/>
                    <a:pt x="157958" y="298211"/>
                    <a:pt x="175260" y="289560"/>
                  </a:cubicBezTo>
                  <a:cubicBezTo>
                    <a:pt x="247240" y="253570"/>
                    <a:pt x="184671" y="276263"/>
                    <a:pt x="236220" y="259080"/>
                  </a:cubicBezTo>
                  <a:cubicBezTo>
                    <a:pt x="266700" y="266700"/>
                    <a:pt x="299559" y="267889"/>
                    <a:pt x="327660" y="281940"/>
                  </a:cubicBezTo>
                  <a:cubicBezTo>
                    <a:pt x="347326" y="291773"/>
                    <a:pt x="350023" y="371391"/>
                    <a:pt x="350520" y="373380"/>
                  </a:cubicBezTo>
                  <a:cubicBezTo>
                    <a:pt x="354544" y="389476"/>
                    <a:pt x="377834" y="423554"/>
                    <a:pt x="388620" y="434340"/>
                  </a:cubicBezTo>
                  <a:cubicBezTo>
                    <a:pt x="400120" y="445840"/>
                    <a:pt x="410743" y="461777"/>
                    <a:pt x="426720" y="464820"/>
                  </a:cubicBezTo>
                  <a:cubicBezTo>
                    <a:pt x="466642" y="472424"/>
                    <a:pt x="508000" y="464820"/>
                    <a:pt x="548640" y="46482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9CABF3D-EA18-2BC1-4A96-5958FE89FA96}"/>
                </a:ext>
              </a:extLst>
            </p:cNvPr>
            <p:cNvSpPr/>
            <p:nvPr/>
          </p:nvSpPr>
          <p:spPr>
            <a:xfrm>
              <a:off x="8595360" y="480060"/>
              <a:ext cx="556260" cy="487680"/>
            </a:xfrm>
            <a:custGeom>
              <a:avLst/>
              <a:gdLst>
                <a:gd name="csX0" fmla="*/ 556260 w 556260"/>
                <a:gd name="csY0" fmla="*/ 487680 h 487680"/>
                <a:gd name="csX1" fmla="*/ 426720 w 556260"/>
                <a:gd name="csY1" fmla="*/ 441960 h 487680"/>
                <a:gd name="csX2" fmla="*/ 320040 w 556260"/>
                <a:gd name="csY2" fmla="*/ 419100 h 487680"/>
                <a:gd name="csX3" fmla="*/ 304800 w 556260"/>
                <a:gd name="csY3" fmla="*/ 396240 h 487680"/>
                <a:gd name="csX4" fmla="*/ 320040 w 556260"/>
                <a:gd name="csY4" fmla="*/ 304800 h 487680"/>
                <a:gd name="csX5" fmla="*/ 358140 w 556260"/>
                <a:gd name="csY5" fmla="*/ 281940 h 487680"/>
                <a:gd name="csX6" fmla="*/ 381000 w 556260"/>
                <a:gd name="csY6" fmla="*/ 266700 h 487680"/>
                <a:gd name="csX7" fmla="*/ 487680 w 556260"/>
                <a:gd name="csY7" fmla="*/ 274320 h 487680"/>
                <a:gd name="csX8" fmla="*/ 525780 w 556260"/>
                <a:gd name="csY8" fmla="*/ 289560 h 487680"/>
                <a:gd name="csX9" fmla="*/ 472440 w 556260"/>
                <a:gd name="csY9" fmla="*/ 335280 h 487680"/>
                <a:gd name="csX10" fmla="*/ 205740 w 556260"/>
                <a:gd name="csY10" fmla="*/ 312420 h 487680"/>
                <a:gd name="csX11" fmla="*/ 160020 w 556260"/>
                <a:gd name="csY11" fmla="*/ 297180 h 487680"/>
                <a:gd name="csX12" fmla="*/ 106680 w 556260"/>
                <a:gd name="csY12" fmla="*/ 266700 h 487680"/>
                <a:gd name="csX13" fmla="*/ 83820 w 556260"/>
                <a:gd name="csY13" fmla="*/ 259080 h 487680"/>
                <a:gd name="csX14" fmla="*/ 60960 w 556260"/>
                <a:gd name="csY14" fmla="*/ 228600 h 487680"/>
                <a:gd name="csX15" fmla="*/ 38100 w 556260"/>
                <a:gd name="csY15" fmla="*/ 220980 h 487680"/>
                <a:gd name="csX16" fmla="*/ 15240 w 556260"/>
                <a:gd name="csY16" fmla="*/ 198120 h 487680"/>
                <a:gd name="csX17" fmla="*/ 7620 w 556260"/>
                <a:gd name="csY17" fmla="*/ 144780 h 487680"/>
                <a:gd name="csX18" fmla="*/ 0 w 556260"/>
                <a:gd name="csY18" fmla="*/ 114300 h 487680"/>
                <a:gd name="csX19" fmla="*/ 7620 w 556260"/>
                <a:gd name="csY19" fmla="*/ 0 h 487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556260" h="487680">
                  <a:moveTo>
                    <a:pt x="556260" y="487680"/>
                  </a:moveTo>
                  <a:cubicBezTo>
                    <a:pt x="513080" y="472440"/>
                    <a:pt x="471621" y="450940"/>
                    <a:pt x="426720" y="441960"/>
                  </a:cubicBezTo>
                  <a:cubicBezTo>
                    <a:pt x="340251" y="424666"/>
                    <a:pt x="375650" y="433002"/>
                    <a:pt x="320040" y="419100"/>
                  </a:cubicBezTo>
                  <a:cubicBezTo>
                    <a:pt x="314960" y="411480"/>
                    <a:pt x="308016" y="404815"/>
                    <a:pt x="304800" y="396240"/>
                  </a:cubicBezTo>
                  <a:cubicBezTo>
                    <a:pt x="291765" y="361480"/>
                    <a:pt x="294500" y="336725"/>
                    <a:pt x="320040" y="304800"/>
                  </a:cubicBezTo>
                  <a:cubicBezTo>
                    <a:pt x="329292" y="293235"/>
                    <a:pt x="345581" y="289790"/>
                    <a:pt x="358140" y="281940"/>
                  </a:cubicBezTo>
                  <a:cubicBezTo>
                    <a:pt x="365906" y="277086"/>
                    <a:pt x="373380" y="271780"/>
                    <a:pt x="381000" y="266700"/>
                  </a:cubicBezTo>
                  <a:cubicBezTo>
                    <a:pt x="416560" y="269240"/>
                    <a:pt x="452466" y="268760"/>
                    <a:pt x="487680" y="274320"/>
                  </a:cubicBezTo>
                  <a:cubicBezTo>
                    <a:pt x="501191" y="276453"/>
                    <a:pt x="520392" y="276988"/>
                    <a:pt x="525780" y="289560"/>
                  </a:cubicBezTo>
                  <a:cubicBezTo>
                    <a:pt x="543983" y="332034"/>
                    <a:pt x="487732" y="332222"/>
                    <a:pt x="472440" y="335280"/>
                  </a:cubicBezTo>
                  <a:cubicBezTo>
                    <a:pt x="428568" y="333373"/>
                    <a:pt x="269116" y="333545"/>
                    <a:pt x="205740" y="312420"/>
                  </a:cubicBezTo>
                  <a:cubicBezTo>
                    <a:pt x="190500" y="307340"/>
                    <a:pt x="174935" y="303146"/>
                    <a:pt x="160020" y="297180"/>
                  </a:cubicBezTo>
                  <a:cubicBezTo>
                    <a:pt x="93224" y="270462"/>
                    <a:pt x="161666" y="294193"/>
                    <a:pt x="106680" y="266700"/>
                  </a:cubicBezTo>
                  <a:cubicBezTo>
                    <a:pt x="99496" y="263108"/>
                    <a:pt x="91440" y="261620"/>
                    <a:pt x="83820" y="259080"/>
                  </a:cubicBezTo>
                  <a:cubicBezTo>
                    <a:pt x="76200" y="248920"/>
                    <a:pt x="70716" y="236730"/>
                    <a:pt x="60960" y="228600"/>
                  </a:cubicBezTo>
                  <a:cubicBezTo>
                    <a:pt x="54790" y="223458"/>
                    <a:pt x="44783" y="225435"/>
                    <a:pt x="38100" y="220980"/>
                  </a:cubicBezTo>
                  <a:cubicBezTo>
                    <a:pt x="29134" y="215002"/>
                    <a:pt x="22860" y="205740"/>
                    <a:pt x="15240" y="198120"/>
                  </a:cubicBezTo>
                  <a:cubicBezTo>
                    <a:pt x="12700" y="180340"/>
                    <a:pt x="10833" y="162451"/>
                    <a:pt x="7620" y="144780"/>
                  </a:cubicBezTo>
                  <a:cubicBezTo>
                    <a:pt x="5747" y="134476"/>
                    <a:pt x="0" y="124773"/>
                    <a:pt x="0" y="114300"/>
                  </a:cubicBezTo>
                  <a:cubicBezTo>
                    <a:pt x="0" y="76115"/>
                    <a:pt x="7620" y="38185"/>
                    <a:pt x="7620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22E6E05-648A-0C88-C5BA-EFA573A7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521F426-FCAB-5CE8-8463-587D7EC6FCA8}"/>
              </a:ext>
            </a:extLst>
          </p:cNvPr>
          <p:cNvGrpSpPr/>
          <p:nvPr/>
        </p:nvGrpSpPr>
        <p:grpSpPr>
          <a:xfrm>
            <a:off x="-7620" y="0"/>
            <a:ext cx="9151620" cy="967740"/>
            <a:chOff x="0" y="0"/>
            <a:chExt cx="9151620" cy="9677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30CA69B-A90F-D087-11B0-15E84A6006EB}"/>
                </a:ext>
              </a:extLst>
            </p:cNvPr>
            <p:cNvSpPr/>
            <p:nvPr/>
          </p:nvSpPr>
          <p:spPr>
            <a:xfrm>
              <a:off x="0" y="0"/>
              <a:ext cx="9144000" cy="9677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b="1" i="1" dirty="0">
                  <a:latin typeface="Airal"/>
                  <a:cs typeface="Times New Roman" panose="02020603050405020304" pitchFamily="18" charset="0"/>
                </a:rPr>
                <a:t>Customer Purchase Behaviour Insights</a:t>
              </a:r>
              <a:endParaRPr lang="en-IN" sz="3200" b="1" dirty="0">
                <a:latin typeface="Airal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601BA666-B699-619A-799B-AF441290CA55}"/>
                </a:ext>
              </a:extLst>
            </p:cNvPr>
            <p:cNvSpPr/>
            <p:nvPr/>
          </p:nvSpPr>
          <p:spPr>
            <a:xfrm>
              <a:off x="0" y="53340"/>
              <a:ext cx="548640" cy="468199"/>
            </a:xfrm>
            <a:custGeom>
              <a:avLst/>
              <a:gdLst>
                <a:gd name="csX0" fmla="*/ 0 w 548640"/>
                <a:gd name="csY0" fmla="*/ 0 h 468199"/>
                <a:gd name="csX1" fmla="*/ 45720 w 548640"/>
                <a:gd name="csY1" fmla="*/ 99060 h 468199"/>
                <a:gd name="csX2" fmla="*/ 205740 w 548640"/>
                <a:gd name="csY2" fmla="*/ 106680 h 468199"/>
                <a:gd name="csX3" fmla="*/ 259080 w 548640"/>
                <a:gd name="csY3" fmla="*/ 152400 h 468199"/>
                <a:gd name="csX4" fmla="*/ 259080 w 548640"/>
                <a:gd name="csY4" fmla="*/ 266700 h 468199"/>
                <a:gd name="csX5" fmla="*/ 167640 w 548640"/>
                <a:gd name="csY5" fmla="*/ 335280 h 468199"/>
                <a:gd name="csX6" fmla="*/ 121920 w 548640"/>
                <a:gd name="csY6" fmla="*/ 342900 h 468199"/>
                <a:gd name="csX7" fmla="*/ 91440 w 548640"/>
                <a:gd name="csY7" fmla="*/ 350520 h 468199"/>
                <a:gd name="csX8" fmla="*/ 121920 w 548640"/>
                <a:gd name="csY8" fmla="*/ 312420 h 468199"/>
                <a:gd name="csX9" fmla="*/ 175260 w 548640"/>
                <a:gd name="csY9" fmla="*/ 289560 h 468199"/>
                <a:gd name="csX10" fmla="*/ 236220 w 548640"/>
                <a:gd name="csY10" fmla="*/ 259080 h 468199"/>
                <a:gd name="csX11" fmla="*/ 327660 w 548640"/>
                <a:gd name="csY11" fmla="*/ 281940 h 468199"/>
                <a:gd name="csX12" fmla="*/ 350520 w 548640"/>
                <a:gd name="csY12" fmla="*/ 373380 h 468199"/>
                <a:gd name="csX13" fmla="*/ 388620 w 548640"/>
                <a:gd name="csY13" fmla="*/ 434340 h 468199"/>
                <a:gd name="csX14" fmla="*/ 426720 w 548640"/>
                <a:gd name="csY14" fmla="*/ 464820 h 468199"/>
                <a:gd name="csX15" fmla="*/ 548640 w 548640"/>
                <a:gd name="csY15" fmla="*/ 464820 h 468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48640" h="468199">
                  <a:moveTo>
                    <a:pt x="0" y="0"/>
                  </a:moveTo>
                  <a:cubicBezTo>
                    <a:pt x="15240" y="33020"/>
                    <a:pt x="13435" y="82320"/>
                    <a:pt x="45720" y="99060"/>
                  </a:cubicBezTo>
                  <a:cubicBezTo>
                    <a:pt x="93126" y="123641"/>
                    <a:pt x="152752" y="100056"/>
                    <a:pt x="205740" y="106680"/>
                  </a:cubicBezTo>
                  <a:cubicBezTo>
                    <a:pt x="219003" y="108338"/>
                    <a:pt x="255938" y="149258"/>
                    <a:pt x="259080" y="152400"/>
                  </a:cubicBezTo>
                  <a:cubicBezTo>
                    <a:pt x="272535" y="192765"/>
                    <a:pt x="281978" y="211090"/>
                    <a:pt x="259080" y="266700"/>
                  </a:cubicBezTo>
                  <a:cubicBezTo>
                    <a:pt x="255072" y="276434"/>
                    <a:pt x="178363" y="330812"/>
                    <a:pt x="167640" y="335280"/>
                  </a:cubicBezTo>
                  <a:cubicBezTo>
                    <a:pt x="153378" y="341222"/>
                    <a:pt x="137070" y="339870"/>
                    <a:pt x="121920" y="342900"/>
                  </a:cubicBezTo>
                  <a:cubicBezTo>
                    <a:pt x="111651" y="344954"/>
                    <a:pt x="101600" y="347980"/>
                    <a:pt x="91440" y="350520"/>
                  </a:cubicBezTo>
                  <a:cubicBezTo>
                    <a:pt x="101600" y="337820"/>
                    <a:pt x="108767" y="321986"/>
                    <a:pt x="121920" y="312420"/>
                  </a:cubicBezTo>
                  <a:cubicBezTo>
                    <a:pt x="137564" y="301042"/>
                    <a:pt x="157958" y="298211"/>
                    <a:pt x="175260" y="289560"/>
                  </a:cubicBezTo>
                  <a:cubicBezTo>
                    <a:pt x="247240" y="253570"/>
                    <a:pt x="184671" y="276263"/>
                    <a:pt x="236220" y="259080"/>
                  </a:cubicBezTo>
                  <a:cubicBezTo>
                    <a:pt x="266700" y="266700"/>
                    <a:pt x="299559" y="267889"/>
                    <a:pt x="327660" y="281940"/>
                  </a:cubicBezTo>
                  <a:cubicBezTo>
                    <a:pt x="347326" y="291773"/>
                    <a:pt x="350023" y="371391"/>
                    <a:pt x="350520" y="373380"/>
                  </a:cubicBezTo>
                  <a:cubicBezTo>
                    <a:pt x="354544" y="389476"/>
                    <a:pt x="377834" y="423554"/>
                    <a:pt x="388620" y="434340"/>
                  </a:cubicBezTo>
                  <a:cubicBezTo>
                    <a:pt x="400120" y="445840"/>
                    <a:pt x="410743" y="461777"/>
                    <a:pt x="426720" y="464820"/>
                  </a:cubicBezTo>
                  <a:cubicBezTo>
                    <a:pt x="466642" y="472424"/>
                    <a:pt x="508000" y="464820"/>
                    <a:pt x="548640" y="46482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94DB876-A5E8-FEBF-3B5E-B586181151D2}"/>
                </a:ext>
              </a:extLst>
            </p:cNvPr>
            <p:cNvSpPr/>
            <p:nvPr/>
          </p:nvSpPr>
          <p:spPr>
            <a:xfrm>
              <a:off x="8595360" y="480060"/>
              <a:ext cx="556260" cy="487680"/>
            </a:xfrm>
            <a:custGeom>
              <a:avLst/>
              <a:gdLst>
                <a:gd name="csX0" fmla="*/ 556260 w 556260"/>
                <a:gd name="csY0" fmla="*/ 487680 h 487680"/>
                <a:gd name="csX1" fmla="*/ 426720 w 556260"/>
                <a:gd name="csY1" fmla="*/ 441960 h 487680"/>
                <a:gd name="csX2" fmla="*/ 320040 w 556260"/>
                <a:gd name="csY2" fmla="*/ 419100 h 487680"/>
                <a:gd name="csX3" fmla="*/ 304800 w 556260"/>
                <a:gd name="csY3" fmla="*/ 396240 h 487680"/>
                <a:gd name="csX4" fmla="*/ 320040 w 556260"/>
                <a:gd name="csY4" fmla="*/ 304800 h 487680"/>
                <a:gd name="csX5" fmla="*/ 358140 w 556260"/>
                <a:gd name="csY5" fmla="*/ 281940 h 487680"/>
                <a:gd name="csX6" fmla="*/ 381000 w 556260"/>
                <a:gd name="csY6" fmla="*/ 266700 h 487680"/>
                <a:gd name="csX7" fmla="*/ 487680 w 556260"/>
                <a:gd name="csY7" fmla="*/ 274320 h 487680"/>
                <a:gd name="csX8" fmla="*/ 525780 w 556260"/>
                <a:gd name="csY8" fmla="*/ 289560 h 487680"/>
                <a:gd name="csX9" fmla="*/ 472440 w 556260"/>
                <a:gd name="csY9" fmla="*/ 335280 h 487680"/>
                <a:gd name="csX10" fmla="*/ 205740 w 556260"/>
                <a:gd name="csY10" fmla="*/ 312420 h 487680"/>
                <a:gd name="csX11" fmla="*/ 160020 w 556260"/>
                <a:gd name="csY11" fmla="*/ 297180 h 487680"/>
                <a:gd name="csX12" fmla="*/ 106680 w 556260"/>
                <a:gd name="csY12" fmla="*/ 266700 h 487680"/>
                <a:gd name="csX13" fmla="*/ 83820 w 556260"/>
                <a:gd name="csY13" fmla="*/ 259080 h 487680"/>
                <a:gd name="csX14" fmla="*/ 60960 w 556260"/>
                <a:gd name="csY14" fmla="*/ 228600 h 487680"/>
                <a:gd name="csX15" fmla="*/ 38100 w 556260"/>
                <a:gd name="csY15" fmla="*/ 220980 h 487680"/>
                <a:gd name="csX16" fmla="*/ 15240 w 556260"/>
                <a:gd name="csY16" fmla="*/ 198120 h 487680"/>
                <a:gd name="csX17" fmla="*/ 7620 w 556260"/>
                <a:gd name="csY17" fmla="*/ 144780 h 487680"/>
                <a:gd name="csX18" fmla="*/ 0 w 556260"/>
                <a:gd name="csY18" fmla="*/ 114300 h 487680"/>
                <a:gd name="csX19" fmla="*/ 7620 w 556260"/>
                <a:gd name="csY19" fmla="*/ 0 h 487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556260" h="487680">
                  <a:moveTo>
                    <a:pt x="556260" y="487680"/>
                  </a:moveTo>
                  <a:cubicBezTo>
                    <a:pt x="513080" y="472440"/>
                    <a:pt x="471621" y="450940"/>
                    <a:pt x="426720" y="441960"/>
                  </a:cubicBezTo>
                  <a:cubicBezTo>
                    <a:pt x="340251" y="424666"/>
                    <a:pt x="375650" y="433002"/>
                    <a:pt x="320040" y="419100"/>
                  </a:cubicBezTo>
                  <a:cubicBezTo>
                    <a:pt x="314960" y="411480"/>
                    <a:pt x="308016" y="404815"/>
                    <a:pt x="304800" y="396240"/>
                  </a:cubicBezTo>
                  <a:cubicBezTo>
                    <a:pt x="291765" y="361480"/>
                    <a:pt x="294500" y="336725"/>
                    <a:pt x="320040" y="304800"/>
                  </a:cubicBezTo>
                  <a:cubicBezTo>
                    <a:pt x="329292" y="293235"/>
                    <a:pt x="345581" y="289790"/>
                    <a:pt x="358140" y="281940"/>
                  </a:cubicBezTo>
                  <a:cubicBezTo>
                    <a:pt x="365906" y="277086"/>
                    <a:pt x="373380" y="271780"/>
                    <a:pt x="381000" y="266700"/>
                  </a:cubicBezTo>
                  <a:cubicBezTo>
                    <a:pt x="416560" y="269240"/>
                    <a:pt x="452466" y="268760"/>
                    <a:pt x="487680" y="274320"/>
                  </a:cubicBezTo>
                  <a:cubicBezTo>
                    <a:pt x="501191" y="276453"/>
                    <a:pt x="520392" y="276988"/>
                    <a:pt x="525780" y="289560"/>
                  </a:cubicBezTo>
                  <a:cubicBezTo>
                    <a:pt x="543983" y="332034"/>
                    <a:pt x="487732" y="332222"/>
                    <a:pt x="472440" y="335280"/>
                  </a:cubicBezTo>
                  <a:cubicBezTo>
                    <a:pt x="428568" y="333373"/>
                    <a:pt x="269116" y="333545"/>
                    <a:pt x="205740" y="312420"/>
                  </a:cubicBezTo>
                  <a:cubicBezTo>
                    <a:pt x="190500" y="307340"/>
                    <a:pt x="174935" y="303146"/>
                    <a:pt x="160020" y="297180"/>
                  </a:cubicBezTo>
                  <a:cubicBezTo>
                    <a:pt x="93224" y="270462"/>
                    <a:pt x="161666" y="294193"/>
                    <a:pt x="106680" y="266700"/>
                  </a:cubicBezTo>
                  <a:cubicBezTo>
                    <a:pt x="99496" y="263108"/>
                    <a:pt x="91440" y="261620"/>
                    <a:pt x="83820" y="259080"/>
                  </a:cubicBezTo>
                  <a:cubicBezTo>
                    <a:pt x="76200" y="248920"/>
                    <a:pt x="70716" y="236730"/>
                    <a:pt x="60960" y="228600"/>
                  </a:cubicBezTo>
                  <a:cubicBezTo>
                    <a:pt x="54790" y="223458"/>
                    <a:pt x="44783" y="225435"/>
                    <a:pt x="38100" y="220980"/>
                  </a:cubicBezTo>
                  <a:cubicBezTo>
                    <a:pt x="29134" y="215002"/>
                    <a:pt x="22860" y="205740"/>
                    <a:pt x="15240" y="198120"/>
                  </a:cubicBezTo>
                  <a:cubicBezTo>
                    <a:pt x="12700" y="180340"/>
                    <a:pt x="10833" y="162451"/>
                    <a:pt x="7620" y="144780"/>
                  </a:cubicBezTo>
                  <a:cubicBezTo>
                    <a:pt x="5747" y="134476"/>
                    <a:pt x="0" y="124773"/>
                    <a:pt x="0" y="114300"/>
                  </a:cubicBezTo>
                  <a:cubicBezTo>
                    <a:pt x="0" y="76115"/>
                    <a:pt x="7620" y="38185"/>
                    <a:pt x="7620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3DA0DD6-6011-2227-E665-86E039673D3C}"/>
              </a:ext>
            </a:extLst>
          </p:cNvPr>
          <p:cNvSpPr txBox="1"/>
          <p:nvPr/>
        </p:nvSpPr>
        <p:spPr>
          <a:xfrm>
            <a:off x="111327" y="967740"/>
            <a:ext cx="579881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dirty="0">
                <a:latin typeface="+mn-lt"/>
                <a:cs typeface="Times New Roman" panose="02020603050405020304" pitchFamily="18" charset="0"/>
              </a:rPr>
              <a:t>To understand how customers interact with the Chinook platform, I analyzed their purchase frequency, total spending, and average order value. Using the invoice and </a:t>
            </a:r>
            <a:r>
              <a:rPr lang="en-US" dirty="0" err="1">
                <a:latin typeface="+mn-lt"/>
                <a:cs typeface="Times New Roman" panose="02020603050405020304" pitchFamily="18" charset="0"/>
              </a:rPr>
              <a:t>invoice_line</a:t>
            </a:r>
            <a:r>
              <a:rPr lang="en-US" dirty="0">
                <a:latin typeface="+mn-lt"/>
                <a:cs typeface="Times New Roman" panose="02020603050405020304" pitchFamily="18" charset="0"/>
              </a:rPr>
              <a:t> tables, I grouped the data by customer to track how often they buy and how much they typically spend</a:t>
            </a:r>
          </a:p>
          <a:p>
            <a:pPr marL="0" indent="0">
              <a:buNone/>
            </a:pPr>
            <a:endParaRPr lang="en-US" dirty="0"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n-lt"/>
                <a:cs typeface="Times New Roman" panose="02020603050405020304" pitchFamily="18" charset="0"/>
              </a:rPr>
              <a:t>Most customers made 5 to 13 purchases, with a few high-frequency buyers crossing 15+ orders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n-lt"/>
                <a:cs typeface="Times New Roman" panose="02020603050405020304" pitchFamily="18" charset="0"/>
              </a:rPr>
              <a:t>Average order value across active customers ranged from 7 to 11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n-lt"/>
                <a:cs typeface="Times New Roman" panose="02020603050405020304" pitchFamily="18" charset="0"/>
              </a:rPr>
              <a:t>Top spenders like </a:t>
            </a:r>
            <a:r>
              <a:rPr lang="en-US" altLang="en-US" i="1" dirty="0">
                <a:latin typeface="+mn-lt"/>
                <a:cs typeface="Times New Roman" panose="02020603050405020304" pitchFamily="18" charset="0"/>
              </a:rPr>
              <a:t>František </a:t>
            </a:r>
            <a:r>
              <a:rPr lang="en-US" altLang="en-US" i="1" dirty="0" err="1">
                <a:latin typeface="+mn-lt"/>
                <a:cs typeface="Times New Roman" panose="02020603050405020304" pitchFamily="18" charset="0"/>
              </a:rPr>
              <a:t>Wichterlová</a:t>
            </a:r>
            <a:r>
              <a:rPr lang="en-US" altLang="en-US" dirty="0">
                <a:latin typeface="+mn-lt"/>
                <a:cs typeface="Times New Roman" panose="02020603050405020304" pitchFamily="18" charset="0"/>
              </a:rPr>
              <a:t> and </a:t>
            </a:r>
            <a:r>
              <a:rPr lang="en-US" altLang="en-US" i="1" dirty="0">
                <a:latin typeface="+mn-lt"/>
                <a:cs typeface="Times New Roman" panose="02020603050405020304" pitchFamily="18" charset="0"/>
              </a:rPr>
              <a:t>Helena Holý</a:t>
            </a:r>
            <a:r>
              <a:rPr lang="en-US" altLang="en-US" dirty="0">
                <a:latin typeface="+mn-lt"/>
                <a:cs typeface="Times New Roman" panose="02020603050405020304" pitchFamily="18" charset="0"/>
              </a:rPr>
              <a:t> showed consistent engagement over 1000+ days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n-lt"/>
                <a:cs typeface="Times New Roman" panose="02020603050405020304" pitchFamily="18" charset="0"/>
              </a:rPr>
              <a:t>Customers from cities like </a:t>
            </a:r>
            <a:r>
              <a:rPr lang="en-US" altLang="en-US" i="1" dirty="0">
                <a:latin typeface="+mn-lt"/>
                <a:cs typeface="Times New Roman" panose="02020603050405020304" pitchFamily="18" charset="0"/>
              </a:rPr>
              <a:t>Prague</a:t>
            </a:r>
            <a:r>
              <a:rPr lang="en-US" altLang="en-US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altLang="en-US" i="1" dirty="0">
                <a:latin typeface="+mn-lt"/>
                <a:cs typeface="Times New Roman" panose="02020603050405020304" pitchFamily="18" charset="0"/>
              </a:rPr>
              <a:t>Mountain View</a:t>
            </a:r>
            <a:r>
              <a:rPr lang="en-US" altLang="en-US" dirty="0">
                <a:latin typeface="+mn-lt"/>
                <a:cs typeface="Times New Roman" panose="02020603050405020304" pitchFamily="18" charset="0"/>
              </a:rPr>
              <a:t>, and </a:t>
            </a:r>
            <a:r>
              <a:rPr lang="en-US" altLang="en-US" i="1" dirty="0">
                <a:latin typeface="+mn-lt"/>
                <a:cs typeface="Times New Roman" panose="02020603050405020304" pitchFamily="18" charset="0"/>
              </a:rPr>
              <a:t>São Paulo</a:t>
            </a:r>
            <a:r>
              <a:rPr lang="en-US" altLang="en-US" dirty="0">
                <a:latin typeface="+mn-lt"/>
                <a:cs typeface="Times New Roman" panose="02020603050405020304" pitchFamily="18" charset="0"/>
              </a:rPr>
              <a:t> were more active than others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n-lt"/>
                <a:cs typeface="Times New Roman" panose="02020603050405020304" pitchFamily="18" charset="0"/>
              </a:rPr>
              <a:t>A few users purchased the same track multiple times, indicating strong content preference or playlist habits</a:t>
            </a:r>
          </a:p>
          <a:p>
            <a:endParaRPr lang="en-IN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CACB83-493F-C70E-583E-0A435BF56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545" y="1021080"/>
            <a:ext cx="2974128" cy="380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0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F969C-130C-E957-779D-C2B61DAEFBB6}"/>
              </a:ext>
            </a:extLst>
          </p:cNvPr>
          <p:cNvSpPr>
            <a:spLocks noGrp="1"/>
          </p:cNvSpPr>
          <p:nvPr/>
        </p:nvSpPr>
        <p:spPr>
          <a:xfrm>
            <a:off x="134274" y="1049693"/>
            <a:ext cx="5625427" cy="3933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400" dirty="0">
                <a:latin typeface="+mj-lt"/>
                <a:cs typeface="Times New Roman" panose="02020603050405020304" pitchFamily="18" charset="0"/>
              </a:rPr>
              <a:t>To better evaluate product performance, I analyzed track purchases, genre popularity, and artist-level sales. I linked the invoice_line, track, genre, and artist columns to see which music categories and artists received the greatest revenue, particularly in the United States.</a:t>
            </a:r>
          </a:p>
          <a:p>
            <a:pPr marL="0" indent="0">
              <a:buNone/>
            </a:pP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+mj-lt"/>
                <a:cs typeface="Times New Roman" panose="02020603050405020304" pitchFamily="18" charset="0"/>
              </a:rPr>
              <a:t>Rock was the top-performing genre, contributing over 50% of total U.S. revenue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+mj-lt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+mj-lt"/>
                <a:cs typeface="Times New Roman" panose="02020603050405020304" pitchFamily="18" charset="0"/>
              </a:rPr>
              <a:t>Other strong genres included Alternative &amp; Punk, Metal, and R&amp;B/Soul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+mj-lt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+mj-lt"/>
                <a:cs typeface="Times New Roman" panose="02020603050405020304" pitchFamily="18" charset="0"/>
              </a:rPr>
              <a:t>Top-selling track: </a:t>
            </a:r>
            <a:r>
              <a:rPr lang="en-US" altLang="en-US" sz="1400" i="1" dirty="0">
                <a:latin typeface="+mj-lt"/>
                <a:cs typeface="Times New Roman" panose="02020603050405020304" pitchFamily="18" charset="0"/>
              </a:rPr>
              <a:t>War Pigs</a:t>
            </a:r>
            <a:r>
              <a:rPr lang="en-US" altLang="en-US" sz="1400" dirty="0">
                <a:latin typeface="+mj-lt"/>
                <a:cs typeface="Times New Roman" panose="02020603050405020304" pitchFamily="18" charset="0"/>
              </a:rPr>
              <a:t> by Cake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+mj-lt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+mj-lt"/>
                <a:cs typeface="Times New Roman" panose="02020603050405020304" pitchFamily="18" charset="0"/>
              </a:rPr>
              <a:t>Best-selling artists: Van Halen, Nirvana, The Rolling Stones, and R.E.M.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+mj-lt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+mj-lt"/>
                <a:cs typeface="Times New Roman" panose="02020603050405020304" pitchFamily="18" charset="0"/>
              </a:rPr>
              <a:t>Customers showed clear preference for high-energy, band-driven genres, especially in English-speaking countries</a:t>
            </a:r>
          </a:p>
          <a:p>
            <a:pPr marL="0" indent="0">
              <a:buNone/>
            </a:pPr>
            <a:endParaRPr lang="en-IN" sz="14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963C6C-712F-D24D-369F-A244E6274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410" y="1049693"/>
            <a:ext cx="2981080" cy="1925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F5BAAD-4E72-D60E-8699-AF69AFF1A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845" y="3057563"/>
            <a:ext cx="2932209" cy="192591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B4D1FD-F776-2E4B-0E7E-CBA1A5C6C0F3}"/>
              </a:ext>
            </a:extLst>
          </p:cNvPr>
          <p:cNvGrpSpPr/>
          <p:nvPr/>
        </p:nvGrpSpPr>
        <p:grpSpPr>
          <a:xfrm>
            <a:off x="0" y="0"/>
            <a:ext cx="9151620" cy="967740"/>
            <a:chOff x="0" y="0"/>
            <a:chExt cx="9151620" cy="96774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C038AE-7896-A92A-7385-B73516679B5A}"/>
                </a:ext>
              </a:extLst>
            </p:cNvPr>
            <p:cNvSpPr/>
            <p:nvPr/>
          </p:nvSpPr>
          <p:spPr>
            <a:xfrm>
              <a:off x="0" y="0"/>
              <a:ext cx="9144000" cy="9677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b="1" i="1" dirty="0">
                  <a:cs typeface="Times New Roman" panose="02020603050405020304" pitchFamily="18" charset="0"/>
                </a:rPr>
                <a:t>Genre &amp; Track-Level Sales Analysis</a:t>
              </a:r>
              <a:endParaRPr lang="en-IN" sz="3200" b="1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1E0000F-D266-634D-F43A-0DD9CE92F0FB}"/>
                </a:ext>
              </a:extLst>
            </p:cNvPr>
            <p:cNvSpPr/>
            <p:nvPr/>
          </p:nvSpPr>
          <p:spPr>
            <a:xfrm>
              <a:off x="0" y="53340"/>
              <a:ext cx="548640" cy="468199"/>
            </a:xfrm>
            <a:custGeom>
              <a:avLst/>
              <a:gdLst>
                <a:gd name="csX0" fmla="*/ 0 w 548640"/>
                <a:gd name="csY0" fmla="*/ 0 h 468199"/>
                <a:gd name="csX1" fmla="*/ 45720 w 548640"/>
                <a:gd name="csY1" fmla="*/ 99060 h 468199"/>
                <a:gd name="csX2" fmla="*/ 205740 w 548640"/>
                <a:gd name="csY2" fmla="*/ 106680 h 468199"/>
                <a:gd name="csX3" fmla="*/ 259080 w 548640"/>
                <a:gd name="csY3" fmla="*/ 152400 h 468199"/>
                <a:gd name="csX4" fmla="*/ 259080 w 548640"/>
                <a:gd name="csY4" fmla="*/ 266700 h 468199"/>
                <a:gd name="csX5" fmla="*/ 167640 w 548640"/>
                <a:gd name="csY5" fmla="*/ 335280 h 468199"/>
                <a:gd name="csX6" fmla="*/ 121920 w 548640"/>
                <a:gd name="csY6" fmla="*/ 342900 h 468199"/>
                <a:gd name="csX7" fmla="*/ 91440 w 548640"/>
                <a:gd name="csY7" fmla="*/ 350520 h 468199"/>
                <a:gd name="csX8" fmla="*/ 121920 w 548640"/>
                <a:gd name="csY8" fmla="*/ 312420 h 468199"/>
                <a:gd name="csX9" fmla="*/ 175260 w 548640"/>
                <a:gd name="csY9" fmla="*/ 289560 h 468199"/>
                <a:gd name="csX10" fmla="*/ 236220 w 548640"/>
                <a:gd name="csY10" fmla="*/ 259080 h 468199"/>
                <a:gd name="csX11" fmla="*/ 327660 w 548640"/>
                <a:gd name="csY11" fmla="*/ 281940 h 468199"/>
                <a:gd name="csX12" fmla="*/ 350520 w 548640"/>
                <a:gd name="csY12" fmla="*/ 373380 h 468199"/>
                <a:gd name="csX13" fmla="*/ 388620 w 548640"/>
                <a:gd name="csY13" fmla="*/ 434340 h 468199"/>
                <a:gd name="csX14" fmla="*/ 426720 w 548640"/>
                <a:gd name="csY14" fmla="*/ 464820 h 468199"/>
                <a:gd name="csX15" fmla="*/ 548640 w 548640"/>
                <a:gd name="csY15" fmla="*/ 464820 h 468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48640" h="468199">
                  <a:moveTo>
                    <a:pt x="0" y="0"/>
                  </a:moveTo>
                  <a:cubicBezTo>
                    <a:pt x="15240" y="33020"/>
                    <a:pt x="13435" y="82320"/>
                    <a:pt x="45720" y="99060"/>
                  </a:cubicBezTo>
                  <a:cubicBezTo>
                    <a:pt x="93126" y="123641"/>
                    <a:pt x="152752" y="100056"/>
                    <a:pt x="205740" y="106680"/>
                  </a:cubicBezTo>
                  <a:cubicBezTo>
                    <a:pt x="219003" y="108338"/>
                    <a:pt x="255938" y="149258"/>
                    <a:pt x="259080" y="152400"/>
                  </a:cubicBezTo>
                  <a:cubicBezTo>
                    <a:pt x="272535" y="192765"/>
                    <a:pt x="281978" y="211090"/>
                    <a:pt x="259080" y="266700"/>
                  </a:cubicBezTo>
                  <a:cubicBezTo>
                    <a:pt x="255072" y="276434"/>
                    <a:pt x="178363" y="330812"/>
                    <a:pt x="167640" y="335280"/>
                  </a:cubicBezTo>
                  <a:cubicBezTo>
                    <a:pt x="153378" y="341222"/>
                    <a:pt x="137070" y="339870"/>
                    <a:pt x="121920" y="342900"/>
                  </a:cubicBezTo>
                  <a:cubicBezTo>
                    <a:pt x="111651" y="344954"/>
                    <a:pt x="101600" y="347980"/>
                    <a:pt x="91440" y="350520"/>
                  </a:cubicBezTo>
                  <a:cubicBezTo>
                    <a:pt x="101600" y="337820"/>
                    <a:pt x="108767" y="321986"/>
                    <a:pt x="121920" y="312420"/>
                  </a:cubicBezTo>
                  <a:cubicBezTo>
                    <a:pt x="137564" y="301042"/>
                    <a:pt x="157958" y="298211"/>
                    <a:pt x="175260" y="289560"/>
                  </a:cubicBezTo>
                  <a:cubicBezTo>
                    <a:pt x="247240" y="253570"/>
                    <a:pt x="184671" y="276263"/>
                    <a:pt x="236220" y="259080"/>
                  </a:cubicBezTo>
                  <a:cubicBezTo>
                    <a:pt x="266700" y="266700"/>
                    <a:pt x="299559" y="267889"/>
                    <a:pt x="327660" y="281940"/>
                  </a:cubicBezTo>
                  <a:cubicBezTo>
                    <a:pt x="347326" y="291773"/>
                    <a:pt x="350023" y="371391"/>
                    <a:pt x="350520" y="373380"/>
                  </a:cubicBezTo>
                  <a:cubicBezTo>
                    <a:pt x="354544" y="389476"/>
                    <a:pt x="377834" y="423554"/>
                    <a:pt x="388620" y="434340"/>
                  </a:cubicBezTo>
                  <a:cubicBezTo>
                    <a:pt x="400120" y="445840"/>
                    <a:pt x="410743" y="461777"/>
                    <a:pt x="426720" y="464820"/>
                  </a:cubicBezTo>
                  <a:cubicBezTo>
                    <a:pt x="466642" y="472424"/>
                    <a:pt x="508000" y="464820"/>
                    <a:pt x="548640" y="46482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08DD0B-5A4A-6CCE-5C7B-2E399C29FFB9}"/>
                </a:ext>
              </a:extLst>
            </p:cNvPr>
            <p:cNvSpPr/>
            <p:nvPr/>
          </p:nvSpPr>
          <p:spPr>
            <a:xfrm>
              <a:off x="8595360" y="480060"/>
              <a:ext cx="556260" cy="487680"/>
            </a:xfrm>
            <a:custGeom>
              <a:avLst/>
              <a:gdLst>
                <a:gd name="csX0" fmla="*/ 556260 w 556260"/>
                <a:gd name="csY0" fmla="*/ 487680 h 487680"/>
                <a:gd name="csX1" fmla="*/ 426720 w 556260"/>
                <a:gd name="csY1" fmla="*/ 441960 h 487680"/>
                <a:gd name="csX2" fmla="*/ 320040 w 556260"/>
                <a:gd name="csY2" fmla="*/ 419100 h 487680"/>
                <a:gd name="csX3" fmla="*/ 304800 w 556260"/>
                <a:gd name="csY3" fmla="*/ 396240 h 487680"/>
                <a:gd name="csX4" fmla="*/ 320040 w 556260"/>
                <a:gd name="csY4" fmla="*/ 304800 h 487680"/>
                <a:gd name="csX5" fmla="*/ 358140 w 556260"/>
                <a:gd name="csY5" fmla="*/ 281940 h 487680"/>
                <a:gd name="csX6" fmla="*/ 381000 w 556260"/>
                <a:gd name="csY6" fmla="*/ 266700 h 487680"/>
                <a:gd name="csX7" fmla="*/ 487680 w 556260"/>
                <a:gd name="csY7" fmla="*/ 274320 h 487680"/>
                <a:gd name="csX8" fmla="*/ 525780 w 556260"/>
                <a:gd name="csY8" fmla="*/ 289560 h 487680"/>
                <a:gd name="csX9" fmla="*/ 472440 w 556260"/>
                <a:gd name="csY9" fmla="*/ 335280 h 487680"/>
                <a:gd name="csX10" fmla="*/ 205740 w 556260"/>
                <a:gd name="csY10" fmla="*/ 312420 h 487680"/>
                <a:gd name="csX11" fmla="*/ 160020 w 556260"/>
                <a:gd name="csY11" fmla="*/ 297180 h 487680"/>
                <a:gd name="csX12" fmla="*/ 106680 w 556260"/>
                <a:gd name="csY12" fmla="*/ 266700 h 487680"/>
                <a:gd name="csX13" fmla="*/ 83820 w 556260"/>
                <a:gd name="csY13" fmla="*/ 259080 h 487680"/>
                <a:gd name="csX14" fmla="*/ 60960 w 556260"/>
                <a:gd name="csY14" fmla="*/ 228600 h 487680"/>
                <a:gd name="csX15" fmla="*/ 38100 w 556260"/>
                <a:gd name="csY15" fmla="*/ 220980 h 487680"/>
                <a:gd name="csX16" fmla="*/ 15240 w 556260"/>
                <a:gd name="csY16" fmla="*/ 198120 h 487680"/>
                <a:gd name="csX17" fmla="*/ 7620 w 556260"/>
                <a:gd name="csY17" fmla="*/ 144780 h 487680"/>
                <a:gd name="csX18" fmla="*/ 0 w 556260"/>
                <a:gd name="csY18" fmla="*/ 114300 h 487680"/>
                <a:gd name="csX19" fmla="*/ 7620 w 556260"/>
                <a:gd name="csY19" fmla="*/ 0 h 487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556260" h="487680">
                  <a:moveTo>
                    <a:pt x="556260" y="487680"/>
                  </a:moveTo>
                  <a:cubicBezTo>
                    <a:pt x="513080" y="472440"/>
                    <a:pt x="471621" y="450940"/>
                    <a:pt x="426720" y="441960"/>
                  </a:cubicBezTo>
                  <a:cubicBezTo>
                    <a:pt x="340251" y="424666"/>
                    <a:pt x="375650" y="433002"/>
                    <a:pt x="320040" y="419100"/>
                  </a:cubicBezTo>
                  <a:cubicBezTo>
                    <a:pt x="314960" y="411480"/>
                    <a:pt x="308016" y="404815"/>
                    <a:pt x="304800" y="396240"/>
                  </a:cubicBezTo>
                  <a:cubicBezTo>
                    <a:pt x="291765" y="361480"/>
                    <a:pt x="294500" y="336725"/>
                    <a:pt x="320040" y="304800"/>
                  </a:cubicBezTo>
                  <a:cubicBezTo>
                    <a:pt x="329292" y="293235"/>
                    <a:pt x="345581" y="289790"/>
                    <a:pt x="358140" y="281940"/>
                  </a:cubicBezTo>
                  <a:cubicBezTo>
                    <a:pt x="365906" y="277086"/>
                    <a:pt x="373380" y="271780"/>
                    <a:pt x="381000" y="266700"/>
                  </a:cubicBezTo>
                  <a:cubicBezTo>
                    <a:pt x="416560" y="269240"/>
                    <a:pt x="452466" y="268760"/>
                    <a:pt x="487680" y="274320"/>
                  </a:cubicBezTo>
                  <a:cubicBezTo>
                    <a:pt x="501191" y="276453"/>
                    <a:pt x="520392" y="276988"/>
                    <a:pt x="525780" y="289560"/>
                  </a:cubicBezTo>
                  <a:cubicBezTo>
                    <a:pt x="543983" y="332034"/>
                    <a:pt x="487732" y="332222"/>
                    <a:pt x="472440" y="335280"/>
                  </a:cubicBezTo>
                  <a:cubicBezTo>
                    <a:pt x="428568" y="333373"/>
                    <a:pt x="269116" y="333545"/>
                    <a:pt x="205740" y="312420"/>
                  </a:cubicBezTo>
                  <a:cubicBezTo>
                    <a:pt x="190500" y="307340"/>
                    <a:pt x="174935" y="303146"/>
                    <a:pt x="160020" y="297180"/>
                  </a:cubicBezTo>
                  <a:cubicBezTo>
                    <a:pt x="93224" y="270462"/>
                    <a:pt x="161666" y="294193"/>
                    <a:pt x="106680" y="266700"/>
                  </a:cubicBezTo>
                  <a:cubicBezTo>
                    <a:pt x="99496" y="263108"/>
                    <a:pt x="91440" y="261620"/>
                    <a:pt x="83820" y="259080"/>
                  </a:cubicBezTo>
                  <a:cubicBezTo>
                    <a:pt x="76200" y="248920"/>
                    <a:pt x="70716" y="236730"/>
                    <a:pt x="60960" y="228600"/>
                  </a:cubicBezTo>
                  <a:cubicBezTo>
                    <a:pt x="54790" y="223458"/>
                    <a:pt x="44783" y="225435"/>
                    <a:pt x="38100" y="220980"/>
                  </a:cubicBezTo>
                  <a:cubicBezTo>
                    <a:pt x="29134" y="215002"/>
                    <a:pt x="22860" y="205740"/>
                    <a:pt x="15240" y="198120"/>
                  </a:cubicBezTo>
                  <a:cubicBezTo>
                    <a:pt x="12700" y="180340"/>
                    <a:pt x="10833" y="162451"/>
                    <a:pt x="7620" y="144780"/>
                  </a:cubicBezTo>
                  <a:cubicBezTo>
                    <a:pt x="5747" y="134476"/>
                    <a:pt x="0" y="124773"/>
                    <a:pt x="0" y="114300"/>
                  </a:cubicBezTo>
                  <a:cubicBezTo>
                    <a:pt x="0" y="76115"/>
                    <a:pt x="7620" y="38185"/>
                    <a:pt x="7620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99483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BB942A-37F8-DFC3-5900-93E3EE1AB72F}"/>
              </a:ext>
            </a:extLst>
          </p:cNvPr>
          <p:cNvSpPr txBox="1">
            <a:spLocks/>
          </p:cNvSpPr>
          <p:nvPr/>
        </p:nvSpPr>
        <p:spPr>
          <a:xfrm>
            <a:off x="274320" y="1076339"/>
            <a:ext cx="4633740" cy="397939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1300" dirty="0">
                <a:latin typeface="+mn-lt"/>
                <a:cs typeface="Times New Roman" panose="02020603050405020304" pitchFamily="18" charset="0"/>
              </a:rPr>
              <a:t>To analyze customer retention, I defined churned customers as those who had not made a purchase within 90 days of the most recent invoice date (2020-12-30). Using SQL date filters, I distinguished between active and inactive customers and determined the churn rate.</a:t>
            </a:r>
          </a:p>
          <a:p>
            <a:endParaRPr lang="en-US" sz="1300" dirty="0"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latin typeface="+mn-lt"/>
                <a:cs typeface="Times New Roman" panose="02020603050405020304" pitchFamily="18" charset="0"/>
              </a:rPr>
              <a:t>Out of 59 total customers, 22 were churned, giving a churn rate of 37.29%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dirty="0"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latin typeface="+mn-lt"/>
                <a:cs typeface="Times New Roman" panose="02020603050405020304" pitchFamily="18" charset="0"/>
              </a:rPr>
              <a:t>Churned users typically made less than 10 purchases, with shorter engagement spans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dirty="0"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latin typeface="+mn-lt"/>
                <a:cs typeface="Times New Roman" panose="02020603050405020304" pitchFamily="18" charset="0"/>
              </a:rPr>
              <a:t>High-value customers like </a:t>
            </a:r>
            <a:r>
              <a:rPr lang="en-US" altLang="en-US" sz="1300" i="1" dirty="0">
                <a:latin typeface="+mn-lt"/>
                <a:cs typeface="Times New Roman" panose="02020603050405020304" pitchFamily="18" charset="0"/>
              </a:rPr>
              <a:t>Manoj Pareek</a:t>
            </a:r>
            <a:r>
              <a:rPr lang="en-US" altLang="en-US" sz="1300" dirty="0">
                <a:latin typeface="+mn-lt"/>
                <a:cs typeface="Times New Roman" panose="02020603050405020304" pitchFamily="18" charset="0"/>
              </a:rPr>
              <a:t> and </a:t>
            </a:r>
            <a:r>
              <a:rPr lang="en-US" altLang="en-US" sz="1300" i="1" dirty="0">
                <a:latin typeface="+mn-lt"/>
                <a:cs typeface="Times New Roman" panose="02020603050405020304" pitchFamily="18" charset="0"/>
              </a:rPr>
              <a:t>François Tremblay</a:t>
            </a:r>
            <a:r>
              <a:rPr lang="en-US" altLang="en-US" sz="1300" dirty="0">
                <a:latin typeface="+mn-lt"/>
                <a:cs typeface="Times New Roman" panose="02020603050405020304" pitchFamily="18" charset="0"/>
              </a:rPr>
              <a:t> churned despite good spending history shows a missed retention opportunity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dirty="0"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latin typeface="+mn-lt"/>
                <a:cs typeface="Times New Roman" panose="02020603050405020304" pitchFamily="18" charset="0"/>
              </a:rPr>
              <a:t>Most churned customers dropped off after mid-2020, possibly due to product fatigue or lack of engagement</a:t>
            </a:r>
          </a:p>
          <a:p>
            <a:endParaRPr lang="en-IN" sz="13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FB634-1654-F7F5-D5EC-6CC04A7A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376" y="1263162"/>
            <a:ext cx="3371736" cy="17441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4CD508-0B49-40FB-4CFC-21137EBD2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707" y="3190498"/>
            <a:ext cx="3442187" cy="185253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7197295-0DC6-884C-40AB-1169DC451432}"/>
              </a:ext>
            </a:extLst>
          </p:cNvPr>
          <p:cNvGrpSpPr/>
          <p:nvPr/>
        </p:nvGrpSpPr>
        <p:grpSpPr>
          <a:xfrm>
            <a:off x="0" y="0"/>
            <a:ext cx="9151620" cy="967740"/>
            <a:chOff x="0" y="0"/>
            <a:chExt cx="9151620" cy="96774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052368-81F7-8398-5EF2-4EDB8EA49CA5}"/>
                </a:ext>
              </a:extLst>
            </p:cNvPr>
            <p:cNvSpPr/>
            <p:nvPr/>
          </p:nvSpPr>
          <p:spPr>
            <a:xfrm>
              <a:off x="0" y="0"/>
              <a:ext cx="9144000" cy="9677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b="1" i="1" dirty="0">
                  <a:cs typeface="Times New Roman" panose="02020603050405020304" pitchFamily="18" charset="0"/>
                </a:rPr>
                <a:t>Churn Rate &amp; Retention Metrics</a:t>
              </a:r>
              <a:endParaRPr lang="en-IN" sz="3200" b="1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9FC4F3F-8B75-17A5-8887-4EF25E4D062B}"/>
                </a:ext>
              </a:extLst>
            </p:cNvPr>
            <p:cNvSpPr/>
            <p:nvPr/>
          </p:nvSpPr>
          <p:spPr>
            <a:xfrm>
              <a:off x="0" y="53340"/>
              <a:ext cx="548640" cy="468199"/>
            </a:xfrm>
            <a:custGeom>
              <a:avLst/>
              <a:gdLst>
                <a:gd name="csX0" fmla="*/ 0 w 548640"/>
                <a:gd name="csY0" fmla="*/ 0 h 468199"/>
                <a:gd name="csX1" fmla="*/ 45720 w 548640"/>
                <a:gd name="csY1" fmla="*/ 99060 h 468199"/>
                <a:gd name="csX2" fmla="*/ 205740 w 548640"/>
                <a:gd name="csY2" fmla="*/ 106680 h 468199"/>
                <a:gd name="csX3" fmla="*/ 259080 w 548640"/>
                <a:gd name="csY3" fmla="*/ 152400 h 468199"/>
                <a:gd name="csX4" fmla="*/ 259080 w 548640"/>
                <a:gd name="csY4" fmla="*/ 266700 h 468199"/>
                <a:gd name="csX5" fmla="*/ 167640 w 548640"/>
                <a:gd name="csY5" fmla="*/ 335280 h 468199"/>
                <a:gd name="csX6" fmla="*/ 121920 w 548640"/>
                <a:gd name="csY6" fmla="*/ 342900 h 468199"/>
                <a:gd name="csX7" fmla="*/ 91440 w 548640"/>
                <a:gd name="csY7" fmla="*/ 350520 h 468199"/>
                <a:gd name="csX8" fmla="*/ 121920 w 548640"/>
                <a:gd name="csY8" fmla="*/ 312420 h 468199"/>
                <a:gd name="csX9" fmla="*/ 175260 w 548640"/>
                <a:gd name="csY9" fmla="*/ 289560 h 468199"/>
                <a:gd name="csX10" fmla="*/ 236220 w 548640"/>
                <a:gd name="csY10" fmla="*/ 259080 h 468199"/>
                <a:gd name="csX11" fmla="*/ 327660 w 548640"/>
                <a:gd name="csY11" fmla="*/ 281940 h 468199"/>
                <a:gd name="csX12" fmla="*/ 350520 w 548640"/>
                <a:gd name="csY12" fmla="*/ 373380 h 468199"/>
                <a:gd name="csX13" fmla="*/ 388620 w 548640"/>
                <a:gd name="csY13" fmla="*/ 434340 h 468199"/>
                <a:gd name="csX14" fmla="*/ 426720 w 548640"/>
                <a:gd name="csY14" fmla="*/ 464820 h 468199"/>
                <a:gd name="csX15" fmla="*/ 548640 w 548640"/>
                <a:gd name="csY15" fmla="*/ 464820 h 468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48640" h="468199">
                  <a:moveTo>
                    <a:pt x="0" y="0"/>
                  </a:moveTo>
                  <a:cubicBezTo>
                    <a:pt x="15240" y="33020"/>
                    <a:pt x="13435" y="82320"/>
                    <a:pt x="45720" y="99060"/>
                  </a:cubicBezTo>
                  <a:cubicBezTo>
                    <a:pt x="93126" y="123641"/>
                    <a:pt x="152752" y="100056"/>
                    <a:pt x="205740" y="106680"/>
                  </a:cubicBezTo>
                  <a:cubicBezTo>
                    <a:pt x="219003" y="108338"/>
                    <a:pt x="255938" y="149258"/>
                    <a:pt x="259080" y="152400"/>
                  </a:cubicBezTo>
                  <a:cubicBezTo>
                    <a:pt x="272535" y="192765"/>
                    <a:pt x="281978" y="211090"/>
                    <a:pt x="259080" y="266700"/>
                  </a:cubicBezTo>
                  <a:cubicBezTo>
                    <a:pt x="255072" y="276434"/>
                    <a:pt x="178363" y="330812"/>
                    <a:pt x="167640" y="335280"/>
                  </a:cubicBezTo>
                  <a:cubicBezTo>
                    <a:pt x="153378" y="341222"/>
                    <a:pt x="137070" y="339870"/>
                    <a:pt x="121920" y="342900"/>
                  </a:cubicBezTo>
                  <a:cubicBezTo>
                    <a:pt x="111651" y="344954"/>
                    <a:pt x="101600" y="347980"/>
                    <a:pt x="91440" y="350520"/>
                  </a:cubicBezTo>
                  <a:cubicBezTo>
                    <a:pt x="101600" y="337820"/>
                    <a:pt x="108767" y="321986"/>
                    <a:pt x="121920" y="312420"/>
                  </a:cubicBezTo>
                  <a:cubicBezTo>
                    <a:pt x="137564" y="301042"/>
                    <a:pt x="157958" y="298211"/>
                    <a:pt x="175260" y="289560"/>
                  </a:cubicBezTo>
                  <a:cubicBezTo>
                    <a:pt x="247240" y="253570"/>
                    <a:pt x="184671" y="276263"/>
                    <a:pt x="236220" y="259080"/>
                  </a:cubicBezTo>
                  <a:cubicBezTo>
                    <a:pt x="266700" y="266700"/>
                    <a:pt x="299559" y="267889"/>
                    <a:pt x="327660" y="281940"/>
                  </a:cubicBezTo>
                  <a:cubicBezTo>
                    <a:pt x="347326" y="291773"/>
                    <a:pt x="350023" y="371391"/>
                    <a:pt x="350520" y="373380"/>
                  </a:cubicBezTo>
                  <a:cubicBezTo>
                    <a:pt x="354544" y="389476"/>
                    <a:pt x="377834" y="423554"/>
                    <a:pt x="388620" y="434340"/>
                  </a:cubicBezTo>
                  <a:cubicBezTo>
                    <a:pt x="400120" y="445840"/>
                    <a:pt x="410743" y="461777"/>
                    <a:pt x="426720" y="464820"/>
                  </a:cubicBezTo>
                  <a:cubicBezTo>
                    <a:pt x="466642" y="472424"/>
                    <a:pt x="508000" y="464820"/>
                    <a:pt x="548640" y="46482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19096D-8456-7385-44E6-0EDFAB6A92CC}"/>
                </a:ext>
              </a:extLst>
            </p:cNvPr>
            <p:cNvSpPr/>
            <p:nvPr/>
          </p:nvSpPr>
          <p:spPr>
            <a:xfrm>
              <a:off x="8595360" y="480060"/>
              <a:ext cx="556260" cy="487680"/>
            </a:xfrm>
            <a:custGeom>
              <a:avLst/>
              <a:gdLst>
                <a:gd name="csX0" fmla="*/ 556260 w 556260"/>
                <a:gd name="csY0" fmla="*/ 487680 h 487680"/>
                <a:gd name="csX1" fmla="*/ 426720 w 556260"/>
                <a:gd name="csY1" fmla="*/ 441960 h 487680"/>
                <a:gd name="csX2" fmla="*/ 320040 w 556260"/>
                <a:gd name="csY2" fmla="*/ 419100 h 487680"/>
                <a:gd name="csX3" fmla="*/ 304800 w 556260"/>
                <a:gd name="csY3" fmla="*/ 396240 h 487680"/>
                <a:gd name="csX4" fmla="*/ 320040 w 556260"/>
                <a:gd name="csY4" fmla="*/ 304800 h 487680"/>
                <a:gd name="csX5" fmla="*/ 358140 w 556260"/>
                <a:gd name="csY5" fmla="*/ 281940 h 487680"/>
                <a:gd name="csX6" fmla="*/ 381000 w 556260"/>
                <a:gd name="csY6" fmla="*/ 266700 h 487680"/>
                <a:gd name="csX7" fmla="*/ 487680 w 556260"/>
                <a:gd name="csY7" fmla="*/ 274320 h 487680"/>
                <a:gd name="csX8" fmla="*/ 525780 w 556260"/>
                <a:gd name="csY8" fmla="*/ 289560 h 487680"/>
                <a:gd name="csX9" fmla="*/ 472440 w 556260"/>
                <a:gd name="csY9" fmla="*/ 335280 h 487680"/>
                <a:gd name="csX10" fmla="*/ 205740 w 556260"/>
                <a:gd name="csY10" fmla="*/ 312420 h 487680"/>
                <a:gd name="csX11" fmla="*/ 160020 w 556260"/>
                <a:gd name="csY11" fmla="*/ 297180 h 487680"/>
                <a:gd name="csX12" fmla="*/ 106680 w 556260"/>
                <a:gd name="csY12" fmla="*/ 266700 h 487680"/>
                <a:gd name="csX13" fmla="*/ 83820 w 556260"/>
                <a:gd name="csY13" fmla="*/ 259080 h 487680"/>
                <a:gd name="csX14" fmla="*/ 60960 w 556260"/>
                <a:gd name="csY14" fmla="*/ 228600 h 487680"/>
                <a:gd name="csX15" fmla="*/ 38100 w 556260"/>
                <a:gd name="csY15" fmla="*/ 220980 h 487680"/>
                <a:gd name="csX16" fmla="*/ 15240 w 556260"/>
                <a:gd name="csY16" fmla="*/ 198120 h 487680"/>
                <a:gd name="csX17" fmla="*/ 7620 w 556260"/>
                <a:gd name="csY17" fmla="*/ 144780 h 487680"/>
                <a:gd name="csX18" fmla="*/ 0 w 556260"/>
                <a:gd name="csY18" fmla="*/ 114300 h 487680"/>
                <a:gd name="csX19" fmla="*/ 7620 w 556260"/>
                <a:gd name="csY19" fmla="*/ 0 h 487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556260" h="487680">
                  <a:moveTo>
                    <a:pt x="556260" y="487680"/>
                  </a:moveTo>
                  <a:cubicBezTo>
                    <a:pt x="513080" y="472440"/>
                    <a:pt x="471621" y="450940"/>
                    <a:pt x="426720" y="441960"/>
                  </a:cubicBezTo>
                  <a:cubicBezTo>
                    <a:pt x="340251" y="424666"/>
                    <a:pt x="375650" y="433002"/>
                    <a:pt x="320040" y="419100"/>
                  </a:cubicBezTo>
                  <a:cubicBezTo>
                    <a:pt x="314960" y="411480"/>
                    <a:pt x="308016" y="404815"/>
                    <a:pt x="304800" y="396240"/>
                  </a:cubicBezTo>
                  <a:cubicBezTo>
                    <a:pt x="291765" y="361480"/>
                    <a:pt x="294500" y="336725"/>
                    <a:pt x="320040" y="304800"/>
                  </a:cubicBezTo>
                  <a:cubicBezTo>
                    <a:pt x="329292" y="293235"/>
                    <a:pt x="345581" y="289790"/>
                    <a:pt x="358140" y="281940"/>
                  </a:cubicBezTo>
                  <a:cubicBezTo>
                    <a:pt x="365906" y="277086"/>
                    <a:pt x="373380" y="271780"/>
                    <a:pt x="381000" y="266700"/>
                  </a:cubicBezTo>
                  <a:cubicBezTo>
                    <a:pt x="416560" y="269240"/>
                    <a:pt x="452466" y="268760"/>
                    <a:pt x="487680" y="274320"/>
                  </a:cubicBezTo>
                  <a:cubicBezTo>
                    <a:pt x="501191" y="276453"/>
                    <a:pt x="520392" y="276988"/>
                    <a:pt x="525780" y="289560"/>
                  </a:cubicBezTo>
                  <a:cubicBezTo>
                    <a:pt x="543983" y="332034"/>
                    <a:pt x="487732" y="332222"/>
                    <a:pt x="472440" y="335280"/>
                  </a:cubicBezTo>
                  <a:cubicBezTo>
                    <a:pt x="428568" y="333373"/>
                    <a:pt x="269116" y="333545"/>
                    <a:pt x="205740" y="312420"/>
                  </a:cubicBezTo>
                  <a:cubicBezTo>
                    <a:pt x="190500" y="307340"/>
                    <a:pt x="174935" y="303146"/>
                    <a:pt x="160020" y="297180"/>
                  </a:cubicBezTo>
                  <a:cubicBezTo>
                    <a:pt x="93224" y="270462"/>
                    <a:pt x="161666" y="294193"/>
                    <a:pt x="106680" y="266700"/>
                  </a:cubicBezTo>
                  <a:cubicBezTo>
                    <a:pt x="99496" y="263108"/>
                    <a:pt x="91440" y="261620"/>
                    <a:pt x="83820" y="259080"/>
                  </a:cubicBezTo>
                  <a:cubicBezTo>
                    <a:pt x="76200" y="248920"/>
                    <a:pt x="70716" y="236730"/>
                    <a:pt x="60960" y="228600"/>
                  </a:cubicBezTo>
                  <a:cubicBezTo>
                    <a:pt x="54790" y="223458"/>
                    <a:pt x="44783" y="225435"/>
                    <a:pt x="38100" y="220980"/>
                  </a:cubicBezTo>
                  <a:cubicBezTo>
                    <a:pt x="29134" y="215002"/>
                    <a:pt x="22860" y="205740"/>
                    <a:pt x="15240" y="198120"/>
                  </a:cubicBezTo>
                  <a:cubicBezTo>
                    <a:pt x="12700" y="180340"/>
                    <a:pt x="10833" y="162451"/>
                    <a:pt x="7620" y="144780"/>
                  </a:cubicBezTo>
                  <a:cubicBezTo>
                    <a:pt x="5747" y="134476"/>
                    <a:pt x="0" y="124773"/>
                    <a:pt x="0" y="114300"/>
                  </a:cubicBezTo>
                  <a:cubicBezTo>
                    <a:pt x="0" y="76115"/>
                    <a:pt x="7620" y="38185"/>
                    <a:pt x="7620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594296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D9C6FF6-4F3C-E8EC-5BB1-F34AC19C5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38" y="1379860"/>
            <a:ext cx="504014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High-</a:t>
            </a:r>
            <a:r>
              <a:rPr lang="en-IN" sz="1600" dirty="0">
                <a:latin typeface="+mn-lt"/>
                <a:cs typeface="Times New Roman" panose="02020603050405020304" pitchFamily="18" charset="0"/>
              </a:rPr>
              <a:t>Customer Lifetime Value</a:t>
            </a:r>
            <a:r>
              <a:rPr lang="en-US" alt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customers like </a:t>
            </a:r>
            <a:r>
              <a:rPr lang="en-US" altLang="en-US" sz="1600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František </a:t>
            </a:r>
            <a:r>
              <a:rPr lang="en-US" altLang="en-US" sz="1600" i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Wichterlová</a:t>
            </a:r>
            <a:r>
              <a:rPr lang="en-US" alt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and </a:t>
            </a:r>
            <a:r>
              <a:rPr lang="en-US" altLang="en-US" sz="1600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Helena Holý</a:t>
            </a:r>
            <a:r>
              <a:rPr lang="en-US" alt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stayed active for over 1000+ days with 12–18 purchases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Mid-value customers had shorter tenure and fewer orders, but still consistent spending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Low-CLTV customers had fewer than 6 purchases, low engagement, and dropped early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Some churned customers had high CLTV — strong targets for win-back strategies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04F7EE9-B9DE-DA76-CE48-692422ED43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6214881"/>
              </p:ext>
            </p:extLst>
          </p:nvPr>
        </p:nvGraphicFramePr>
        <p:xfrm>
          <a:off x="5283202" y="1224548"/>
          <a:ext cx="3474718" cy="3357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EDB1AA09-C331-A6E8-A844-F9B649795357}"/>
              </a:ext>
            </a:extLst>
          </p:cNvPr>
          <p:cNvGrpSpPr/>
          <p:nvPr/>
        </p:nvGrpSpPr>
        <p:grpSpPr>
          <a:xfrm>
            <a:off x="0" y="0"/>
            <a:ext cx="9151620" cy="967740"/>
            <a:chOff x="0" y="0"/>
            <a:chExt cx="9151620" cy="96774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DCC1B1F-4D50-DB2C-2B68-9BEF9D7E7A2B}"/>
                </a:ext>
              </a:extLst>
            </p:cNvPr>
            <p:cNvSpPr/>
            <p:nvPr/>
          </p:nvSpPr>
          <p:spPr>
            <a:xfrm>
              <a:off x="0" y="0"/>
              <a:ext cx="9144000" cy="9677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b="1" i="1" dirty="0">
                  <a:cs typeface="Times New Roman" panose="02020603050405020304" pitchFamily="18" charset="0"/>
                </a:rPr>
                <a:t>Customer Segmentation &amp; CLTV</a:t>
              </a:r>
              <a:endParaRPr lang="en-IN" sz="3200" b="1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C408B56-FA64-1A72-F4F3-3F4ED49A2EC6}"/>
                </a:ext>
              </a:extLst>
            </p:cNvPr>
            <p:cNvSpPr/>
            <p:nvPr/>
          </p:nvSpPr>
          <p:spPr>
            <a:xfrm>
              <a:off x="0" y="53340"/>
              <a:ext cx="548640" cy="468199"/>
            </a:xfrm>
            <a:custGeom>
              <a:avLst/>
              <a:gdLst>
                <a:gd name="csX0" fmla="*/ 0 w 548640"/>
                <a:gd name="csY0" fmla="*/ 0 h 468199"/>
                <a:gd name="csX1" fmla="*/ 45720 w 548640"/>
                <a:gd name="csY1" fmla="*/ 99060 h 468199"/>
                <a:gd name="csX2" fmla="*/ 205740 w 548640"/>
                <a:gd name="csY2" fmla="*/ 106680 h 468199"/>
                <a:gd name="csX3" fmla="*/ 259080 w 548640"/>
                <a:gd name="csY3" fmla="*/ 152400 h 468199"/>
                <a:gd name="csX4" fmla="*/ 259080 w 548640"/>
                <a:gd name="csY4" fmla="*/ 266700 h 468199"/>
                <a:gd name="csX5" fmla="*/ 167640 w 548640"/>
                <a:gd name="csY5" fmla="*/ 335280 h 468199"/>
                <a:gd name="csX6" fmla="*/ 121920 w 548640"/>
                <a:gd name="csY6" fmla="*/ 342900 h 468199"/>
                <a:gd name="csX7" fmla="*/ 91440 w 548640"/>
                <a:gd name="csY7" fmla="*/ 350520 h 468199"/>
                <a:gd name="csX8" fmla="*/ 121920 w 548640"/>
                <a:gd name="csY8" fmla="*/ 312420 h 468199"/>
                <a:gd name="csX9" fmla="*/ 175260 w 548640"/>
                <a:gd name="csY9" fmla="*/ 289560 h 468199"/>
                <a:gd name="csX10" fmla="*/ 236220 w 548640"/>
                <a:gd name="csY10" fmla="*/ 259080 h 468199"/>
                <a:gd name="csX11" fmla="*/ 327660 w 548640"/>
                <a:gd name="csY11" fmla="*/ 281940 h 468199"/>
                <a:gd name="csX12" fmla="*/ 350520 w 548640"/>
                <a:gd name="csY12" fmla="*/ 373380 h 468199"/>
                <a:gd name="csX13" fmla="*/ 388620 w 548640"/>
                <a:gd name="csY13" fmla="*/ 434340 h 468199"/>
                <a:gd name="csX14" fmla="*/ 426720 w 548640"/>
                <a:gd name="csY14" fmla="*/ 464820 h 468199"/>
                <a:gd name="csX15" fmla="*/ 548640 w 548640"/>
                <a:gd name="csY15" fmla="*/ 464820 h 468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48640" h="468199">
                  <a:moveTo>
                    <a:pt x="0" y="0"/>
                  </a:moveTo>
                  <a:cubicBezTo>
                    <a:pt x="15240" y="33020"/>
                    <a:pt x="13435" y="82320"/>
                    <a:pt x="45720" y="99060"/>
                  </a:cubicBezTo>
                  <a:cubicBezTo>
                    <a:pt x="93126" y="123641"/>
                    <a:pt x="152752" y="100056"/>
                    <a:pt x="205740" y="106680"/>
                  </a:cubicBezTo>
                  <a:cubicBezTo>
                    <a:pt x="219003" y="108338"/>
                    <a:pt x="255938" y="149258"/>
                    <a:pt x="259080" y="152400"/>
                  </a:cubicBezTo>
                  <a:cubicBezTo>
                    <a:pt x="272535" y="192765"/>
                    <a:pt x="281978" y="211090"/>
                    <a:pt x="259080" y="266700"/>
                  </a:cubicBezTo>
                  <a:cubicBezTo>
                    <a:pt x="255072" y="276434"/>
                    <a:pt x="178363" y="330812"/>
                    <a:pt x="167640" y="335280"/>
                  </a:cubicBezTo>
                  <a:cubicBezTo>
                    <a:pt x="153378" y="341222"/>
                    <a:pt x="137070" y="339870"/>
                    <a:pt x="121920" y="342900"/>
                  </a:cubicBezTo>
                  <a:cubicBezTo>
                    <a:pt x="111651" y="344954"/>
                    <a:pt x="101600" y="347980"/>
                    <a:pt x="91440" y="350520"/>
                  </a:cubicBezTo>
                  <a:cubicBezTo>
                    <a:pt x="101600" y="337820"/>
                    <a:pt x="108767" y="321986"/>
                    <a:pt x="121920" y="312420"/>
                  </a:cubicBezTo>
                  <a:cubicBezTo>
                    <a:pt x="137564" y="301042"/>
                    <a:pt x="157958" y="298211"/>
                    <a:pt x="175260" y="289560"/>
                  </a:cubicBezTo>
                  <a:cubicBezTo>
                    <a:pt x="247240" y="253570"/>
                    <a:pt x="184671" y="276263"/>
                    <a:pt x="236220" y="259080"/>
                  </a:cubicBezTo>
                  <a:cubicBezTo>
                    <a:pt x="266700" y="266700"/>
                    <a:pt x="299559" y="267889"/>
                    <a:pt x="327660" y="281940"/>
                  </a:cubicBezTo>
                  <a:cubicBezTo>
                    <a:pt x="347326" y="291773"/>
                    <a:pt x="350023" y="371391"/>
                    <a:pt x="350520" y="373380"/>
                  </a:cubicBezTo>
                  <a:cubicBezTo>
                    <a:pt x="354544" y="389476"/>
                    <a:pt x="377834" y="423554"/>
                    <a:pt x="388620" y="434340"/>
                  </a:cubicBezTo>
                  <a:cubicBezTo>
                    <a:pt x="400120" y="445840"/>
                    <a:pt x="410743" y="461777"/>
                    <a:pt x="426720" y="464820"/>
                  </a:cubicBezTo>
                  <a:cubicBezTo>
                    <a:pt x="466642" y="472424"/>
                    <a:pt x="508000" y="464820"/>
                    <a:pt x="548640" y="46482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503EAC7-FA47-8338-4BD6-0DE3D6751C7E}"/>
                </a:ext>
              </a:extLst>
            </p:cNvPr>
            <p:cNvSpPr/>
            <p:nvPr/>
          </p:nvSpPr>
          <p:spPr>
            <a:xfrm>
              <a:off x="8595360" y="480060"/>
              <a:ext cx="556260" cy="487680"/>
            </a:xfrm>
            <a:custGeom>
              <a:avLst/>
              <a:gdLst>
                <a:gd name="csX0" fmla="*/ 556260 w 556260"/>
                <a:gd name="csY0" fmla="*/ 487680 h 487680"/>
                <a:gd name="csX1" fmla="*/ 426720 w 556260"/>
                <a:gd name="csY1" fmla="*/ 441960 h 487680"/>
                <a:gd name="csX2" fmla="*/ 320040 w 556260"/>
                <a:gd name="csY2" fmla="*/ 419100 h 487680"/>
                <a:gd name="csX3" fmla="*/ 304800 w 556260"/>
                <a:gd name="csY3" fmla="*/ 396240 h 487680"/>
                <a:gd name="csX4" fmla="*/ 320040 w 556260"/>
                <a:gd name="csY4" fmla="*/ 304800 h 487680"/>
                <a:gd name="csX5" fmla="*/ 358140 w 556260"/>
                <a:gd name="csY5" fmla="*/ 281940 h 487680"/>
                <a:gd name="csX6" fmla="*/ 381000 w 556260"/>
                <a:gd name="csY6" fmla="*/ 266700 h 487680"/>
                <a:gd name="csX7" fmla="*/ 487680 w 556260"/>
                <a:gd name="csY7" fmla="*/ 274320 h 487680"/>
                <a:gd name="csX8" fmla="*/ 525780 w 556260"/>
                <a:gd name="csY8" fmla="*/ 289560 h 487680"/>
                <a:gd name="csX9" fmla="*/ 472440 w 556260"/>
                <a:gd name="csY9" fmla="*/ 335280 h 487680"/>
                <a:gd name="csX10" fmla="*/ 205740 w 556260"/>
                <a:gd name="csY10" fmla="*/ 312420 h 487680"/>
                <a:gd name="csX11" fmla="*/ 160020 w 556260"/>
                <a:gd name="csY11" fmla="*/ 297180 h 487680"/>
                <a:gd name="csX12" fmla="*/ 106680 w 556260"/>
                <a:gd name="csY12" fmla="*/ 266700 h 487680"/>
                <a:gd name="csX13" fmla="*/ 83820 w 556260"/>
                <a:gd name="csY13" fmla="*/ 259080 h 487680"/>
                <a:gd name="csX14" fmla="*/ 60960 w 556260"/>
                <a:gd name="csY14" fmla="*/ 228600 h 487680"/>
                <a:gd name="csX15" fmla="*/ 38100 w 556260"/>
                <a:gd name="csY15" fmla="*/ 220980 h 487680"/>
                <a:gd name="csX16" fmla="*/ 15240 w 556260"/>
                <a:gd name="csY16" fmla="*/ 198120 h 487680"/>
                <a:gd name="csX17" fmla="*/ 7620 w 556260"/>
                <a:gd name="csY17" fmla="*/ 144780 h 487680"/>
                <a:gd name="csX18" fmla="*/ 0 w 556260"/>
                <a:gd name="csY18" fmla="*/ 114300 h 487680"/>
                <a:gd name="csX19" fmla="*/ 7620 w 556260"/>
                <a:gd name="csY19" fmla="*/ 0 h 487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556260" h="487680">
                  <a:moveTo>
                    <a:pt x="556260" y="487680"/>
                  </a:moveTo>
                  <a:cubicBezTo>
                    <a:pt x="513080" y="472440"/>
                    <a:pt x="471621" y="450940"/>
                    <a:pt x="426720" y="441960"/>
                  </a:cubicBezTo>
                  <a:cubicBezTo>
                    <a:pt x="340251" y="424666"/>
                    <a:pt x="375650" y="433002"/>
                    <a:pt x="320040" y="419100"/>
                  </a:cubicBezTo>
                  <a:cubicBezTo>
                    <a:pt x="314960" y="411480"/>
                    <a:pt x="308016" y="404815"/>
                    <a:pt x="304800" y="396240"/>
                  </a:cubicBezTo>
                  <a:cubicBezTo>
                    <a:pt x="291765" y="361480"/>
                    <a:pt x="294500" y="336725"/>
                    <a:pt x="320040" y="304800"/>
                  </a:cubicBezTo>
                  <a:cubicBezTo>
                    <a:pt x="329292" y="293235"/>
                    <a:pt x="345581" y="289790"/>
                    <a:pt x="358140" y="281940"/>
                  </a:cubicBezTo>
                  <a:cubicBezTo>
                    <a:pt x="365906" y="277086"/>
                    <a:pt x="373380" y="271780"/>
                    <a:pt x="381000" y="266700"/>
                  </a:cubicBezTo>
                  <a:cubicBezTo>
                    <a:pt x="416560" y="269240"/>
                    <a:pt x="452466" y="268760"/>
                    <a:pt x="487680" y="274320"/>
                  </a:cubicBezTo>
                  <a:cubicBezTo>
                    <a:pt x="501191" y="276453"/>
                    <a:pt x="520392" y="276988"/>
                    <a:pt x="525780" y="289560"/>
                  </a:cubicBezTo>
                  <a:cubicBezTo>
                    <a:pt x="543983" y="332034"/>
                    <a:pt x="487732" y="332222"/>
                    <a:pt x="472440" y="335280"/>
                  </a:cubicBezTo>
                  <a:cubicBezTo>
                    <a:pt x="428568" y="333373"/>
                    <a:pt x="269116" y="333545"/>
                    <a:pt x="205740" y="312420"/>
                  </a:cubicBezTo>
                  <a:cubicBezTo>
                    <a:pt x="190500" y="307340"/>
                    <a:pt x="174935" y="303146"/>
                    <a:pt x="160020" y="297180"/>
                  </a:cubicBezTo>
                  <a:cubicBezTo>
                    <a:pt x="93224" y="270462"/>
                    <a:pt x="161666" y="294193"/>
                    <a:pt x="106680" y="266700"/>
                  </a:cubicBezTo>
                  <a:cubicBezTo>
                    <a:pt x="99496" y="263108"/>
                    <a:pt x="91440" y="261620"/>
                    <a:pt x="83820" y="259080"/>
                  </a:cubicBezTo>
                  <a:cubicBezTo>
                    <a:pt x="76200" y="248920"/>
                    <a:pt x="70716" y="236730"/>
                    <a:pt x="60960" y="228600"/>
                  </a:cubicBezTo>
                  <a:cubicBezTo>
                    <a:pt x="54790" y="223458"/>
                    <a:pt x="44783" y="225435"/>
                    <a:pt x="38100" y="220980"/>
                  </a:cubicBezTo>
                  <a:cubicBezTo>
                    <a:pt x="29134" y="215002"/>
                    <a:pt x="22860" y="205740"/>
                    <a:pt x="15240" y="198120"/>
                  </a:cubicBezTo>
                  <a:cubicBezTo>
                    <a:pt x="12700" y="180340"/>
                    <a:pt x="10833" y="162451"/>
                    <a:pt x="7620" y="144780"/>
                  </a:cubicBezTo>
                  <a:cubicBezTo>
                    <a:pt x="5747" y="134476"/>
                    <a:pt x="0" y="124773"/>
                    <a:pt x="0" y="114300"/>
                  </a:cubicBezTo>
                  <a:cubicBezTo>
                    <a:pt x="0" y="76115"/>
                    <a:pt x="7620" y="38185"/>
                    <a:pt x="7620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64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CA59939-94DF-D97C-4F63-AF9D39515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8ED2B93-3FFC-3E27-F2A2-380A17639B6C}"/>
              </a:ext>
            </a:extLst>
          </p:cNvPr>
          <p:cNvGrpSpPr/>
          <p:nvPr/>
        </p:nvGrpSpPr>
        <p:grpSpPr>
          <a:xfrm>
            <a:off x="-7620" y="0"/>
            <a:ext cx="9151620" cy="967740"/>
            <a:chOff x="0" y="0"/>
            <a:chExt cx="9151620" cy="9677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44DE857-A415-BA07-0A1C-8159BEA5A0A0}"/>
                </a:ext>
              </a:extLst>
            </p:cNvPr>
            <p:cNvSpPr/>
            <p:nvPr/>
          </p:nvSpPr>
          <p:spPr>
            <a:xfrm>
              <a:off x="0" y="0"/>
              <a:ext cx="9144000" cy="9677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Demographic Analysis</a:t>
              </a:r>
              <a:endParaRPr lang="en-IN" sz="3200" b="1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7214718-1E38-9ACB-C5DF-B4F1F97CA967}"/>
                </a:ext>
              </a:extLst>
            </p:cNvPr>
            <p:cNvSpPr/>
            <p:nvPr/>
          </p:nvSpPr>
          <p:spPr>
            <a:xfrm>
              <a:off x="0" y="53340"/>
              <a:ext cx="548640" cy="468199"/>
            </a:xfrm>
            <a:custGeom>
              <a:avLst/>
              <a:gdLst>
                <a:gd name="csX0" fmla="*/ 0 w 548640"/>
                <a:gd name="csY0" fmla="*/ 0 h 468199"/>
                <a:gd name="csX1" fmla="*/ 45720 w 548640"/>
                <a:gd name="csY1" fmla="*/ 99060 h 468199"/>
                <a:gd name="csX2" fmla="*/ 205740 w 548640"/>
                <a:gd name="csY2" fmla="*/ 106680 h 468199"/>
                <a:gd name="csX3" fmla="*/ 259080 w 548640"/>
                <a:gd name="csY3" fmla="*/ 152400 h 468199"/>
                <a:gd name="csX4" fmla="*/ 259080 w 548640"/>
                <a:gd name="csY4" fmla="*/ 266700 h 468199"/>
                <a:gd name="csX5" fmla="*/ 167640 w 548640"/>
                <a:gd name="csY5" fmla="*/ 335280 h 468199"/>
                <a:gd name="csX6" fmla="*/ 121920 w 548640"/>
                <a:gd name="csY6" fmla="*/ 342900 h 468199"/>
                <a:gd name="csX7" fmla="*/ 91440 w 548640"/>
                <a:gd name="csY7" fmla="*/ 350520 h 468199"/>
                <a:gd name="csX8" fmla="*/ 121920 w 548640"/>
                <a:gd name="csY8" fmla="*/ 312420 h 468199"/>
                <a:gd name="csX9" fmla="*/ 175260 w 548640"/>
                <a:gd name="csY9" fmla="*/ 289560 h 468199"/>
                <a:gd name="csX10" fmla="*/ 236220 w 548640"/>
                <a:gd name="csY10" fmla="*/ 259080 h 468199"/>
                <a:gd name="csX11" fmla="*/ 327660 w 548640"/>
                <a:gd name="csY11" fmla="*/ 281940 h 468199"/>
                <a:gd name="csX12" fmla="*/ 350520 w 548640"/>
                <a:gd name="csY12" fmla="*/ 373380 h 468199"/>
                <a:gd name="csX13" fmla="*/ 388620 w 548640"/>
                <a:gd name="csY13" fmla="*/ 434340 h 468199"/>
                <a:gd name="csX14" fmla="*/ 426720 w 548640"/>
                <a:gd name="csY14" fmla="*/ 464820 h 468199"/>
                <a:gd name="csX15" fmla="*/ 548640 w 548640"/>
                <a:gd name="csY15" fmla="*/ 464820 h 468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48640" h="468199">
                  <a:moveTo>
                    <a:pt x="0" y="0"/>
                  </a:moveTo>
                  <a:cubicBezTo>
                    <a:pt x="15240" y="33020"/>
                    <a:pt x="13435" y="82320"/>
                    <a:pt x="45720" y="99060"/>
                  </a:cubicBezTo>
                  <a:cubicBezTo>
                    <a:pt x="93126" y="123641"/>
                    <a:pt x="152752" y="100056"/>
                    <a:pt x="205740" y="106680"/>
                  </a:cubicBezTo>
                  <a:cubicBezTo>
                    <a:pt x="219003" y="108338"/>
                    <a:pt x="255938" y="149258"/>
                    <a:pt x="259080" y="152400"/>
                  </a:cubicBezTo>
                  <a:cubicBezTo>
                    <a:pt x="272535" y="192765"/>
                    <a:pt x="281978" y="211090"/>
                    <a:pt x="259080" y="266700"/>
                  </a:cubicBezTo>
                  <a:cubicBezTo>
                    <a:pt x="255072" y="276434"/>
                    <a:pt x="178363" y="330812"/>
                    <a:pt x="167640" y="335280"/>
                  </a:cubicBezTo>
                  <a:cubicBezTo>
                    <a:pt x="153378" y="341222"/>
                    <a:pt x="137070" y="339870"/>
                    <a:pt x="121920" y="342900"/>
                  </a:cubicBezTo>
                  <a:cubicBezTo>
                    <a:pt x="111651" y="344954"/>
                    <a:pt x="101600" y="347980"/>
                    <a:pt x="91440" y="350520"/>
                  </a:cubicBezTo>
                  <a:cubicBezTo>
                    <a:pt x="101600" y="337820"/>
                    <a:pt x="108767" y="321986"/>
                    <a:pt x="121920" y="312420"/>
                  </a:cubicBezTo>
                  <a:cubicBezTo>
                    <a:pt x="137564" y="301042"/>
                    <a:pt x="157958" y="298211"/>
                    <a:pt x="175260" y="289560"/>
                  </a:cubicBezTo>
                  <a:cubicBezTo>
                    <a:pt x="247240" y="253570"/>
                    <a:pt x="184671" y="276263"/>
                    <a:pt x="236220" y="259080"/>
                  </a:cubicBezTo>
                  <a:cubicBezTo>
                    <a:pt x="266700" y="266700"/>
                    <a:pt x="299559" y="267889"/>
                    <a:pt x="327660" y="281940"/>
                  </a:cubicBezTo>
                  <a:cubicBezTo>
                    <a:pt x="347326" y="291773"/>
                    <a:pt x="350023" y="371391"/>
                    <a:pt x="350520" y="373380"/>
                  </a:cubicBezTo>
                  <a:cubicBezTo>
                    <a:pt x="354544" y="389476"/>
                    <a:pt x="377834" y="423554"/>
                    <a:pt x="388620" y="434340"/>
                  </a:cubicBezTo>
                  <a:cubicBezTo>
                    <a:pt x="400120" y="445840"/>
                    <a:pt x="410743" y="461777"/>
                    <a:pt x="426720" y="464820"/>
                  </a:cubicBezTo>
                  <a:cubicBezTo>
                    <a:pt x="466642" y="472424"/>
                    <a:pt x="508000" y="464820"/>
                    <a:pt x="548640" y="46482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40A1E9E-7C56-1111-4901-53B152080F5D}"/>
                </a:ext>
              </a:extLst>
            </p:cNvPr>
            <p:cNvSpPr/>
            <p:nvPr/>
          </p:nvSpPr>
          <p:spPr>
            <a:xfrm>
              <a:off x="8595360" y="480060"/>
              <a:ext cx="556260" cy="487680"/>
            </a:xfrm>
            <a:custGeom>
              <a:avLst/>
              <a:gdLst>
                <a:gd name="csX0" fmla="*/ 556260 w 556260"/>
                <a:gd name="csY0" fmla="*/ 487680 h 487680"/>
                <a:gd name="csX1" fmla="*/ 426720 w 556260"/>
                <a:gd name="csY1" fmla="*/ 441960 h 487680"/>
                <a:gd name="csX2" fmla="*/ 320040 w 556260"/>
                <a:gd name="csY2" fmla="*/ 419100 h 487680"/>
                <a:gd name="csX3" fmla="*/ 304800 w 556260"/>
                <a:gd name="csY3" fmla="*/ 396240 h 487680"/>
                <a:gd name="csX4" fmla="*/ 320040 w 556260"/>
                <a:gd name="csY4" fmla="*/ 304800 h 487680"/>
                <a:gd name="csX5" fmla="*/ 358140 w 556260"/>
                <a:gd name="csY5" fmla="*/ 281940 h 487680"/>
                <a:gd name="csX6" fmla="*/ 381000 w 556260"/>
                <a:gd name="csY6" fmla="*/ 266700 h 487680"/>
                <a:gd name="csX7" fmla="*/ 487680 w 556260"/>
                <a:gd name="csY7" fmla="*/ 274320 h 487680"/>
                <a:gd name="csX8" fmla="*/ 525780 w 556260"/>
                <a:gd name="csY8" fmla="*/ 289560 h 487680"/>
                <a:gd name="csX9" fmla="*/ 472440 w 556260"/>
                <a:gd name="csY9" fmla="*/ 335280 h 487680"/>
                <a:gd name="csX10" fmla="*/ 205740 w 556260"/>
                <a:gd name="csY10" fmla="*/ 312420 h 487680"/>
                <a:gd name="csX11" fmla="*/ 160020 w 556260"/>
                <a:gd name="csY11" fmla="*/ 297180 h 487680"/>
                <a:gd name="csX12" fmla="*/ 106680 w 556260"/>
                <a:gd name="csY12" fmla="*/ 266700 h 487680"/>
                <a:gd name="csX13" fmla="*/ 83820 w 556260"/>
                <a:gd name="csY13" fmla="*/ 259080 h 487680"/>
                <a:gd name="csX14" fmla="*/ 60960 w 556260"/>
                <a:gd name="csY14" fmla="*/ 228600 h 487680"/>
                <a:gd name="csX15" fmla="*/ 38100 w 556260"/>
                <a:gd name="csY15" fmla="*/ 220980 h 487680"/>
                <a:gd name="csX16" fmla="*/ 15240 w 556260"/>
                <a:gd name="csY16" fmla="*/ 198120 h 487680"/>
                <a:gd name="csX17" fmla="*/ 7620 w 556260"/>
                <a:gd name="csY17" fmla="*/ 144780 h 487680"/>
                <a:gd name="csX18" fmla="*/ 0 w 556260"/>
                <a:gd name="csY18" fmla="*/ 114300 h 487680"/>
                <a:gd name="csX19" fmla="*/ 7620 w 556260"/>
                <a:gd name="csY19" fmla="*/ 0 h 487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556260" h="487680">
                  <a:moveTo>
                    <a:pt x="556260" y="487680"/>
                  </a:moveTo>
                  <a:cubicBezTo>
                    <a:pt x="513080" y="472440"/>
                    <a:pt x="471621" y="450940"/>
                    <a:pt x="426720" y="441960"/>
                  </a:cubicBezTo>
                  <a:cubicBezTo>
                    <a:pt x="340251" y="424666"/>
                    <a:pt x="375650" y="433002"/>
                    <a:pt x="320040" y="419100"/>
                  </a:cubicBezTo>
                  <a:cubicBezTo>
                    <a:pt x="314960" y="411480"/>
                    <a:pt x="308016" y="404815"/>
                    <a:pt x="304800" y="396240"/>
                  </a:cubicBezTo>
                  <a:cubicBezTo>
                    <a:pt x="291765" y="361480"/>
                    <a:pt x="294500" y="336725"/>
                    <a:pt x="320040" y="304800"/>
                  </a:cubicBezTo>
                  <a:cubicBezTo>
                    <a:pt x="329292" y="293235"/>
                    <a:pt x="345581" y="289790"/>
                    <a:pt x="358140" y="281940"/>
                  </a:cubicBezTo>
                  <a:cubicBezTo>
                    <a:pt x="365906" y="277086"/>
                    <a:pt x="373380" y="271780"/>
                    <a:pt x="381000" y="266700"/>
                  </a:cubicBezTo>
                  <a:cubicBezTo>
                    <a:pt x="416560" y="269240"/>
                    <a:pt x="452466" y="268760"/>
                    <a:pt x="487680" y="274320"/>
                  </a:cubicBezTo>
                  <a:cubicBezTo>
                    <a:pt x="501191" y="276453"/>
                    <a:pt x="520392" y="276988"/>
                    <a:pt x="525780" y="289560"/>
                  </a:cubicBezTo>
                  <a:cubicBezTo>
                    <a:pt x="543983" y="332034"/>
                    <a:pt x="487732" y="332222"/>
                    <a:pt x="472440" y="335280"/>
                  </a:cubicBezTo>
                  <a:cubicBezTo>
                    <a:pt x="428568" y="333373"/>
                    <a:pt x="269116" y="333545"/>
                    <a:pt x="205740" y="312420"/>
                  </a:cubicBezTo>
                  <a:cubicBezTo>
                    <a:pt x="190500" y="307340"/>
                    <a:pt x="174935" y="303146"/>
                    <a:pt x="160020" y="297180"/>
                  </a:cubicBezTo>
                  <a:cubicBezTo>
                    <a:pt x="93224" y="270462"/>
                    <a:pt x="161666" y="294193"/>
                    <a:pt x="106680" y="266700"/>
                  </a:cubicBezTo>
                  <a:cubicBezTo>
                    <a:pt x="99496" y="263108"/>
                    <a:pt x="91440" y="261620"/>
                    <a:pt x="83820" y="259080"/>
                  </a:cubicBezTo>
                  <a:cubicBezTo>
                    <a:pt x="76200" y="248920"/>
                    <a:pt x="70716" y="236730"/>
                    <a:pt x="60960" y="228600"/>
                  </a:cubicBezTo>
                  <a:cubicBezTo>
                    <a:pt x="54790" y="223458"/>
                    <a:pt x="44783" y="225435"/>
                    <a:pt x="38100" y="220980"/>
                  </a:cubicBezTo>
                  <a:cubicBezTo>
                    <a:pt x="29134" y="215002"/>
                    <a:pt x="22860" y="205740"/>
                    <a:pt x="15240" y="198120"/>
                  </a:cubicBezTo>
                  <a:cubicBezTo>
                    <a:pt x="12700" y="180340"/>
                    <a:pt x="10833" y="162451"/>
                    <a:pt x="7620" y="144780"/>
                  </a:cubicBezTo>
                  <a:cubicBezTo>
                    <a:pt x="5747" y="134476"/>
                    <a:pt x="0" y="124773"/>
                    <a:pt x="0" y="114300"/>
                  </a:cubicBezTo>
                  <a:cubicBezTo>
                    <a:pt x="0" y="76115"/>
                    <a:pt x="7620" y="38185"/>
                    <a:pt x="7620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87811D5-F65A-9983-7424-40AC07A9551B}"/>
              </a:ext>
            </a:extLst>
          </p:cNvPr>
          <p:cNvSpPr txBox="1"/>
          <p:nvPr/>
        </p:nvSpPr>
        <p:spPr>
          <a:xfrm>
            <a:off x="541020" y="1203960"/>
            <a:ext cx="341376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dk1"/>
                </a:solidFill>
              </a:rPr>
              <a:t>North America</a:t>
            </a:r>
            <a:r>
              <a:rPr lang="en-US" dirty="0">
                <a:solidFill>
                  <a:schemeClr val="dk1"/>
                </a:solidFill>
              </a:rPr>
              <a:t>: Dominated by </a:t>
            </a:r>
            <a:r>
              <a:rPr lang="en-US" b="1" dirty="0">
                <a:solidFill>
                  <a:schemeClr val="dk1"/>
                </a:solidFill>
              </a:rPr>
              <a:t>USA</a:t>
            </a:r>
            <a:r>
              <a:rPr lang="en-US" dirty="0">
                <a:solidFill>
                  <a:schemeClr val="dk1"/>
                </a:solidFill>
              </a:rPr>
              <a:t> and </a:t>
            </a:r>
            <a:r>
              <a:rPr lang="en-US" b="1" dirty="0">
                <a:solidFill>
                  <a:schemeClr val="dk1"/>
                </a:solidFill>
              </a:rPr>
              <a:t>Canada</a:t>
            </a:r>
            <a:r>
              <a:rPr lang="en-US" dirty="0">
                <a:solidFill>
                  <a:schemeClr val="dk1"/>
                </a:solidFill>
              </a:rPr>
              <a:t>, indicating strong customer presence.</a:t>
            </a:r>
          </a:p>
          <a:p>
            <a:pPr lvl="0">
              <a:spcBef>
                <a:spcPts val="1200"/>
              </a:spcBef>
              <a:buClr>
                <a:schemeClr val="dk1"/>
              </a:buClr>
              <a:buSzPts val="1100"/>
            </a:pPr>
            <a:endParaRPr lang="en-US" dirty="0">
              <a:solidFill>
                <a:schemeClr val="dk1"/>
              </a:solidFill>
            </a:endParaRPr>
          </a:p>
          <a:p>
            <a:pPr lvl="0">
              <a:spcBef>
                <a:spcPts val="1200"/>
              </a:spcBef>
            </a:pPr>
            <a:r>
              <a:rPr lang="en-US" b="1" dirty="0">
                <a:solidFill>
                  <a:schemeClr val="dk1"/>
                </a:solidFill>
              </a:rPr>
              <a:t>Europe</a:t>
            </a:r>
            <a:r>
              <a:rPr lang="en-US" dirty="0">
                <a:solidFill>
                  <a:schemeClr val="dk1"/>
                </a:solidFill>
              </a:rPr>
              <a:t>: Growing markets in </a:t>
            </a:r>
            <a:r>
              <a:rPr lang="en-US" b="1" dirty="0">
                <a:solidFill>
                  <a:schemeClr val="dk1"/>
                </a:solidFill>
              </a:rPr>
              <a:t>Germany</a:t>
            </a:r>
            <a:r>
              <a:rPr lang="en-US" dirty="0">
                <a:solidFill>
                  <a:schemeClr val="dk1"/>
                </a:solidFill>
              </a:rPr>
              <a:t> and </a:t>
            </a:r>
            <a:r>
              <a:rPr lang="en-US" b="1" dirty="0">
                <a:solidFill>
                  <a:schemeClr val="dk1"/>
                </a:solidFill>
              </a:rPr>
              <a:t>France</a:t>
            </a:r>
            <a:r>
              <a:rPr lang="en-US" dirty="0">
                <a:solidFill>
                  <a:schemeClr val="dk1"/>
                </a:solidFill>
              </a:rPr>
              <a:t>, while smaller countries show emerging .</a:t>
            </a:r>
          </a:p>
          <a:p>
            <a:pPr lvl="0">
              <a:spcBef>
                <a:spcPts val="1200"/>
              </a:spcBef>
              <a:buClr>
                <a:schemeClr val="dk1"/>
              </a:buClr>
              <a:buSzPts val="1100"/>
            </a:pPr>
            <a:endParaRPr lang="en-US" dirty="0">
              <a:solidFill>
                <a:schemeClr val="dk1"/>
              </a:solidFill>
            </a:endParaRPr>
          </a:p>
          <a:p>
            <a:pPr lvl="0"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b="1" dirty="0">
                <a:solidFill>
                  <a:schemeClr val="dk1"/>
                </a:solidFill>
              </a:rPr>
              <a:t>Emerging Regions</a:t>
            </a:r>
            <a:r>
              <a:rPr lang="en-US" dirty="0">
                <a:solidFill>
                  <a:schemeClr val="dk1"/>
                </a:solidFill>
              </a:rPr>
              <a:t>: </a:t>
            </a:r>
            <a:r>
              <a:rPr lang="en-US" b="1" dirty="0">
                <a:solidFill>
                  <a:schemeClr val="dk1"/>
                </a:solidFill>
              </a:rPr>
              <a:t>Brazil</a:t>
            </a:r>
            <a:r>
              <a:rPr lang="en-US" dirty="0">
                <a:solidFill>
                  <a:schemeClr val="dk1"/>
                </a:solidFill>
              </a:rPr>
              <a:t> and </a:t>
            </a:r>
            <a:r>
              <a:rPr lang="en-US" b="1" dirty="0">
                <a:solidFill>
                  <a:schemeClr val="dk1"/>
                </a:solidFill>
              </a:rPr>
              <a:t>India</a:t>
            </a:r>
            <a:r>
              <a:rPr lang="en-US" dirty="0">
                <a:solidFill>
                  <a:schemeClr val="dk1"/>
                </a:solidFill>
              </a:rPr>
              <a:t> stand out in South America and Asia, respectively.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US" sz="800" dirty="0">
                <a:solidFill>
                  <a:schemeClr val="dk1"/>
                </a:solidFill>
              </a:rPr>
              <a:t>                                                                                    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36805F-C62C-22C9-16FC-0636E29D5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447800"/>
            <a:ext cx="4712970" cy="305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08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DBDFE-D734-49C4-CF18-F6A8BB47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7F5DD8-D7A0-75CD-F4FD-B4451AC49EDE}"/>
              </a:ext>
            </a:extLst>
          </p:cNvPr>
          <p:cNvSpPr/>
          <p:nvPr/>
        </p:nvSpPr>
        <p:spPr>
          <a:xfrm>
            <a:off x="0" y="0"/>
            <a:ext cx="9144000" cy="10266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C6D3A-291A-487C-1946-FCD24A60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620" y="92445"/>
            <a:ext cx="3925020" cy="841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Recommendations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61E09-6C40-D4A9-5FF0-D68B82067E57}"/>
              </a:ext>
            </a:extLst>
          </p:cNvPr>
          <p:cNvSpPr txBox="1"/>
          <p:nvPr/>
        </p:nvSpPr>
        <p:spPr>
          <a:xfrm>
            <a:off x="15240" y="1026690"/>
            <a:ext cx="9075420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275"/>
            </a:pPr>
            <a:r>
              <a:rPr lang="en-US" b="1" dirty="0">
                <a:solidFill>
                  <a:schemeClr val="dk1"/>
                </a:solidFill>
              </a:rPr>
              <a:t>Implement Loyalty Programs</a:t>
            </a:r>
            <a:r>
              <a:rPr lang="en-US" dirty="0">
                <a:solidFill>
                  <a:schemeClr val="dk1"/>
                </a:solidFill>
              </a:rPr>
              <a:t>: Establish loyalty programs that reward long-term customers, fostering stronger relationships and encouraging repeat purchases.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  <a:p>
            <a:pPr lvl="0">
              <a:spcBef>
                <a:spcPts val="1200"/>
              </a:spcBef>
              <a:buClr>
                <a:schemeClr val="dk1"/>
              </a:buClr>
              <a:buSzPts val="275"/>
            </a:pPr>
            <a:r>
              <a:rPr lang="en-US" b="1" dirty="0">
                <a:solidFill>
                  <a:schemeClr val="dk1"/>
                </a:solidFill>
              </a:rPr>
              <a:t>Personalized Customer Engagement</a:t>
            </a:r>
            <a:r>
              <a:rPr lang="en-US" dirty="0">
                <a:solidFill>
                  <a:schemeClr val="dk1"/>
                </a:solidFill>
              </a:rPr>
              <a:t>: Use targeted marketing and personalized recommendations to enhance the customer experience, driving higher engagement and retention.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  <a:p>
            <a:pPr lvl="0">
              <a:spcBef>
                <a:spcPts val="1200"/>
              </a:spcBef>
              <a:buClr>
                <a:schemeClr val="dk1"/>
              </a:buClr>
              <a:buSzPts val="275"/>
            </a:pPr>
            <a:r>
              <a:rPr lang="en-US" b="1" dirty="0">
                <a:solidFill>
                  <a:schemeClr val="dk1"/>
                </a:solidFill>
              </a:rPr>
              <a:t>Enhance Customer Service</a:t>
            </a:r>
            <a:r>
              <a:rPr lang="en-US" dirty="0">
                <a:solidFill>
                  <a:schemeClr val="dk1"/>
                </a:solidFill>
              </a:rPr>
              <a:t>: Deliver exceptional customer service to build lasting trust and loyalty, ensuring customers feel valued and are more likely to remain loyal.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  <a:p>
            <a:pPr lvl="0">
              <a:spcBef>
                <a:spcPts val="1200"/>
              </a:spcBef>
              <a:buClr>
                <a:schemeClr val="dk1"/>
              </a:buClr>
              <a:buSzPts val="275"/>
            </a:pPr>
            <a:r>
              <a:rPr lang="en-US" b="1" dirty="0">
                <a:solidFill>
                  <a:schemeClr val="dk1"/>
                </a:solidFill>
              </a:rPr>
              <a:t>Prioritize High-Value Customers</a:t>
            </a:r>
            <a:r>
              <a:rPr lang="en-US" dirty="0">
                <a:solidFill>
                  <a:schemeClr val="dk1"/>
                </a:solidFill>
              </a:rPr>
              <a:t>: Focus on identifying and nurturing long-term, high-value customers, offering them exclusive benefits and personalized experiences to strengthen their loyalty.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  <a:p>
            <a:pPr lvl="0">
              <a:spcBef>
                <a:spcPts val="1200"/>
              </a:spcBef>
              <a:buClr>
                <a:schemeClr val="dk1"/>
              </a:buClr>
              <a:buSzPts val="275"/>
            </a:pPr>
            <a:r>
              <a:rPr lang="en-US" b="1" dirty="0">
                <a:solidFill>
                  <a:schemeClr val="dk1"/>
                </a:solidFill>
              </a:rPr>
              <a:t>Explore New Markets and Localized Strategies</a:t>
            </a:r>
            <a:r>
              <a:rPr lang="en-US" dirty="0">
                <a:solidFill>
                  <a:schemeClr val="dk1"/>
                </a:solidFill>
              </a:rPr>
              <a:t>: Identify new growth opportunities by targeting emerging markets, and tailor marketing efforts to local preferences through strategic partnerships and localized campaigns.</a:t>
            </a:r>
          </a:p>
          <a:p>
            <a:pPr marL="0" lvl="0" indent="0" algn="l" rtl="0">
              <a:spcBef>
                <a:spcPts val="400"/>
              </a:spcBef>
              <a:spcAft>
                <a:spcPts val="1200"/>
              </a:spcAft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0213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1D34-6F40-B814-C0A5-46CC5D3F4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42CAFF-D198-D8B2-0B36-B9DA660D7BA1}"/>
              </a:ext>
            </a:extLst>
          </p:cNvPr>
          <p:cNvSpPr/>
          <p:nvPr/>
        </p:nvSpPr>
        <p:spPr>
          <a:xfrm>
            <a:off x="0" y="0"/>
            <a:ext cx="9144000" cy="10266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91C1F-FF3D-D24E-FEBD-4853C9E4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620" y="92445"/>
            <a:ext cx="3925020" cy="841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Conclusions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F001B-9368-B571-8E23-F0D98E918199}"/>
              </a:ext>
            </a:extLst>
          </p:cNvPr>
          <p:cNvSpPr txBox="1"/>
          <p:nvPr/>
        </p:nvSpPr>
        <p:spPr>
          <a:xfrm>
            <a:off x="15240" y="1026690"/>
            <a:ext cx="9075420" cy="3995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Enhancing Customer Retention: </a:t>
            </a:r>
            <a:r>
              <a:rPr lang="en-US" sz="1400" dirty="0">
                <a:solidFill>
                  <a:schemeClr val="dk1"/>
                </a:solidFill>
              </a:rPr>
              <a:t>Implement loyalty programs and personalized marketing strategies to foster stronger connections and retain customers over time.</a:t>
            </a: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Maximizing High-Value Customers: </a:t>
            </a:r>
            <a:r>
              <a:rPr lang="en-US" sz="1400" dirty="0">
                <a:solidFill>
                  <a:schemeClr val="dk1"/>
                </a:solidFill>
              </a:rPr>
              <a:t>Offer exclusive incentives to long-term, high-value customers, reinforcing their loyalty and encouraging continued engagement.</a:t>
            </a: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Ensure Data Integrity: </a:t>
            </a:r>
            <a:r>
              <a:rPr lang="en-US" sz="1400" dirty="0">
                <a:solidFill>
                  <a:schemeClr val="dk1"/>
                </a:solidFill>
              </a:rPr>
              <a:t>Prioritize maintaining accurate and up-to-date data to generate reliable insights that drive informed decision-making.</a:t>
            </a: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Tailored Marketing Approaches:</a:t>
            </a:r>
            <a:r>
              <a:rPr lang="en-US" sz="1400" dirty="0">
                <a:solidFill>
                  <a:schemeClr val="dk1"/>
                </a:solidFill>
              </a:rPr>
              <a:t> Develop region-specific campaigns that cater to local preferences, maximizing the relevance and impact of marketing efforts.</a:t>
            </a: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Expand Data Collection: </a:t>
            </a:r>
            <a:r>
              <a:rPr lang="en-US" sz="1400" dirty="0">
                <a:solidFill>
                  <a:schemeClr val="dk1"/>
                </a:solidFill>
              </a:rPr>
              <a:t>Focus on gathering demographic data to refine customer targeting and deliver more personalized marketing initiatives.</a:t>
            </a: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Final Thought: </a:t>
            </a:r>
            <a:r>
              <a:rPr lang="en-US" sz="1400" dirty="0">
                <a:solidFill>
                  <a:schemeClr val="dk1"/>
                </a:solidFill>
              </a:rPr>
              <a:t>By leveraging these strategies, Chinook can optimize its operations, strengthen customer relationships, and drive sustainable growth, positioning itself for long-term success in an increasingly competitive market.</a:t>
            </a:r>
          </a:p>
          <a:p>
            <a:pPr marL="0" lvl="0" indent="0" algn="l" rtl="0">
              <a:spcBef>
                <a:spcPts val="400"/>
              </a:spcBef>
              <a:spcAft>
                <a:spcPts val="1200"/>
              </a:spcAft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33628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5EA8C3-31B2-8DB7-FD06-1CEEB7696C41}"/>
              </a:ext>
            </a:extLst>
          </p:cNvPr>
          <p:cNvSpPr/>
          <p:nvPr/>
        </p:nvSpPr>
        <p:spPr>
          <a:xfrm>
            <a:off x="220980" y="190500"/>
            <a:ext cx="8679180" cy="46405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Thank You</a:t>
            </a:r>
            <a:endParaRPr lang="en-IN" sz="6600" b="1" dirty="0"/>
          </a:p>
        </p:txBody>
      </p:sp>
      <p:sp>
        <p:nvSpPr>
          <p:cNvPr id="3" name="Heart 2">
            <a:extLst>
              <a:ext uri="{FF2B5EF4-FFF2-40B4-BE49-F238E27FC236}">
                <a16:creationId xmlns:a16="http://schemas.microsoft.com/office/drawing/2014/main" id="{1783C4A1-5C73-F5D9-6190-BFD8AFFAC21F}"/>
              </a:ext>
            </a:extLst>
          </p:cNvPr>
          <p:cNvSpPr/>
          <p:nvPr/>
        </p:nvSpPr>
        <p:spPr>
          <a:xfrm>
            <a:off x="4411980" y="3074670"/>
            <a:ext cx="914400" cy="914400"/>
          </a:xfrm>
          <a:prstGeom prst="hear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7B4069F-23C8-9C0A-B90A-D8E179C45DBF}"/>
              </a:ext>
            </a:extLst>
          </p:cNvPr>
          <p:cNvSpPr/>
          <p:nvPr/>
        </p:nvSpPr>
        <p:spPr>
          <a:xfrm>
            <a:off x="220980" y="312420"/>
            <a:ext cx="1775502" cy="1617853"/>
          </a:xfrm>
          <a:custGeom>
            <a:avLst/>
            <a:gdLst>
              <a:gd name="csX0" fmla="*/ 0 w 1775502"/>
              <a:gd name="csY0" fmla="*/ 0 h 1617853"/>
              <a:gd name="csX1" fmla="*/ 594360 w 1775502"/>
              <a:gd name="csY1" fmla="*/ 129540 h 1617853"/>
              <a:gd name="csX2" fmla="*/ 731520 w 1775502"/>
              <a:gd name="csY2" fmla="*/ 228600 h 1617853"/>
              <a:gd name="csX3" fmla="*/ 868680 w 1775502"/>
              <a:gd name="csY3" fmla="*/ 571500 h 1617853"/>
              <a:gd name="csX4" fmla="*/ 853440 w 1775502"/>
              <a:gd name="csY4" fmla="*/ 754380 h 1617853"/>
              <a:gd name="csX5" fmla="*/ 533400 w 1775502"/>
              <a:gd name="csY5" fmla="*/ 944880 h 1617853"/>
              <a:gd name="csX6" fmla="*/ 358140 w 1775502"/>
              <a:gd name="csY6" fmla="*/ 929640 h 1617853"/>
              <a:gd name="csX7" fmla="*/ 114300 w 1775502"/>
              <a:gd name="csY7" fmla="*/ 769620 h 1617853"/>
              <a:gd name="csX8" fmla="*/ 83820 w 1775502"/>
              <a:gd name="csY8" fmla="*/ 723900 h 1617853"/>
              <a:gd name="csX9" fmla="*/ 129540 w 1775502"/>
              <a:gd name="csY9" fmla="*/ 533400 h 1617853"/>
              <a:gd name="csX10" fmla="*/ 266700 w 1775502"/>
              <a:gd name="csY10" fmla="*/ 388620 h 1617853"/>
              <a:gd name="csX11" fmla="*/ 609600 w 1775502"/>
              <a:gd name="csY11" fmla="*/ 243840 h 1617853"/>
              <a:gd name="csX12" fmla="*/ 762000 w 1775502"/>
              <a:gd name="csY12" fmla="*/ 228600 h 1617853"/>
              <a:gd name="csX13" fmla="*/ 1143000 w 1775502"/>
              <a:gd name="csY13" fmla="*/ 365760 h 1617853"/>
              <a:gd name="csX14" fmla="*/ 1211580 w 1775502"/>
              <a:gd name="csY14" fmla="*/ 464820 h 1617853"/>
              <a:gd name="csX15" fmla="*/ 1310640 w 1775502"/>
              <a:gd name="csY15" fmla="*/ 716280 h 1617853"/>
              <a:gd name="csX16" fmla="*/ 1318260 w 1775502"/>
              <a:gd name="csY16" fmla="*/ 853440 h 1617853"/>
              <a:gd name="csX17" fmla="*/ 1158240 w 1775502"/>
              <a:gd name="csY17" fmla="*/ 1318260 h 1617853"/>
              <a:gd name="csX18" fmla="*/ 1074420 w 1775502"/>
              <a:gd name="csY18" fmla="*/ 1379220 h 1617853"/>
              <a:gd name="csX19" fmla="*/ 845820 w 1775502"/>
              <a:gd name="csY19" fmla="*/ 1447800 h 1617853"/>
              <a:gd name="csX20" fmla="*/ 716280 w 1775502"/>
              <a:gd name="csY20" fmla="*/ 1409700 h 1617853"/>
              <a:gd name="csX21" fmla="*/ 685800 w 1775502"/>
              <a:gd name="csY21" fmla="*/ 1112520 h 1617853"/>
              <a:gd name="csX22" fmla="*/ 762000 w 1775502"/>
              <a:gd name="csY22" fmla="*/ 1005840 h 1617853"/>
              <a:gd name="csX23" fmla="*/ 998220 w 1775502"/>
              <a:gd name="csY23" fmla="*/ 822960 h 1617853"/>
              <a:gd name="csX24" fmla="*/ 1104900 w 1775502"/>
              <a:gd name="csY24" fmla="*/ 800100 h 1617853"/>
              <a:gd name="csX25" fmla="*/ 1363980 w 1775502"/>
              <a:gd name="csY25" fmla="*/ 815340 h 1617853"/>
              <a:gd name="csX26" fmla="*/ 1463040 w 1775502"/>
              <a:gd name="csY26" fmla="*/ 876300 h 1617853"/>
              <a:gd name="csX27" fmla="*/ 1546860 w 1775502"/>
              <a:gd name="csY27" fmla="*/ 922020 h 1617853"/>
              <a:gd name="csX28" fmla="*/ 1691640 w 1775502"/>
              <a:gd name="csY28" fmla="*/ 1066800 h 1617853"/>
              <a:gd name="csX29" fmla="*/ 1760220 w 1775502"/>
              <a:gd name="csY29" fmla="*/ 1188720 h 1617853"/>
              <a:gd name="csX30" fmla="*/ 1775460 w 1775502"/>
              <a:gd name="csY30" fmla="*/ 1257300 h 1617853"/>
              <a:gd name="csX31" fmla="*/ 1714500 w 1775502"/>
              <a:gd name="csY31" fmla="*/ 1508760 h 1617853"/>
              <a:gd name="csX32" fmla="*/ 1676400 w 1775502"/>
              <a:gd name="csY32" fmla="*/ 1554480 h 1617853"/>
              <a:gd name="csX33" fmla="*/ 1607820 w 1775502"/>
              <a:gd name="csY33" fmla="*/ 1592580 h 1617853"/>
              <a:gd name="csX34" fmla="*/ 1432560 w 1775502"/>
              <a:gd name="csY34" fmla="*/ 1615440 h 16178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775502" h="1617853">
                <a:moveTo>
                  <a:pt x="0" y="0"/>
                </a:moveTo>
                <a:cubicBezTo>
                  <a:pt x="29512" y="5286"/>
                  <a:pt x="443903" y="36153"/>
                  <a:pt x="594360" y="129540"/>
                </a:cubicBezTo>
                <a:cubicBezTo>
                  <a:pt x="642277" y="159282"/>
                  <a:pt x="685800" y="195580"/>
                  <a:pt x="731520" y="228600"/>
                </a:cubicBezTo>
                <a:cubicBezTo>
                  <a:pt x="791289" y="343541"/>
                  <a:pt x="859641" y="438935"/>
                  <a:pt x="868680" y="571500"/>
                </a:cubicBezTo>
                <a:cubicBezTo>
                  <a:pt x="872841" y="632530"/>
                  <a:pt x="881353" y="699949"/>
                  <a:pt x="853440" y="754380"/>
                </a:cubicBezTo>
                <a:cubicBezTo>
                  <a:pt x="802382" y="853943"/>
                  <a:pt x="619376" y="909057"/>
                  <a:pt x="533400" y="944880"/>
                </a:cubicBezTo>
                <a:cubicBezTo>
                  <a:pt x="474980" y="939800"/>
                  <a:pt x="414477" y="945915"/>
                  <a:pt x="358140" y="929640"/>
                </a:cubicBezTo>
                <a:cubicBezTo>
                  <a:pt x="242781" y="896314"/>
                  <a:pt x="186145" y="851729"/>
                  <a:pt x="114300" y="769620"/>
                </a:cubicBezTo>
                <a:cubicBezTo>
                  <a:pt x="102239" y="755836"/>
                  <a:pt x="93980" y="739140"/>
                  <a:pt x="83820" y="723900"/>
                </a:cubicBezTo>
                <a:cubicBezTo>
                  <a:pt x="99060" y="660400"/>
                  <a:pt x="98269" y="590729"/>
                  <a:pt x="129540" y="533400"/>
                </a:cubicBezTo>
                <a:cubicBezTo>
                  <a:pt x="161373" y="475039"/>
                  <a:pt x="213821" y="428909"/>
                  <a:pt x="266700" y="388620"/>
                </a:cubicBezTo>
                <a:cubicBezTo>
                  <a:pt x="363061" y="315202"/>
                  <a:pt x="491179" y="266946"/>
                  <a:pt x="609600" y="243840"/>
                </a:cubicBezTo>
                <a:cubicBezTo>
                  <a:pt x="659708" y="234063"/>
                  <a:pt x="711200" y="233680"/>
                  <a:pt x="762000" y="228600"/>
                </a:cubicBezTo>
                <a:cubicBezTo>
                  <a:pt x="1020707" y="275035"/>
                  <a:pt x="1018389" y="216226"/>
                  <a:pt x="1143000" y="365760"/>
                </a:cubicBezTo>
                <a:cubicBezTo>
                  <a:pt x="1168710" y="396612"/>
                  <a:pt x="1194252" y="428589"/>
                  <a:pt x="1211580" y="464820"/>
                </a:cubicBezTo>
                <a:cubicBezTo>
                  <a:pt x="1250450" y="546093"/>
                  <a:pt x="1310640" y="716280"/>
                  <a:pt x="1310640" y="716280"/>
                </a:cubicBezTo>
                <a:cubicBezTo>
                  <a:pt x="1313180" y="762000"/>
                  <a:pt x="1322643" y="807860"/>
                  <a:pt x="1318260" y="853440"/>
                </a:cubicBezTo>
                <a:cubicBezTo>
                  <a:pt x="1298727" y="1056583"/>
                  <a:pt x="1279504" y="1155020"/>
                  <a:pt x="1158240" y="1318260"/>
                </a:cubicBezTo>
                <a:cubicBezTo>
                  <a:pt x="1137638" y="1345993"/>
                  <a:pt x="1104345" y="1361956"/>
                  <a:pt x="1074420" y="1379220"/>
                </a:cubicBezTo>
                <a:cubicBezTo>
                  <a:pt x="962356" y="1443872"/>
                  <a:pt x="967909" y="1431522"/>
                  <a:pt x="845820" y="1447800"/>
                </a:cubicBezTo>
                <a:cubicBezTo>
                  <a:pt x="802640" y="1435100"/>
                  <a:pt x="755029" y="1432597"/>
                  <a:pt x="716280" y="1409700"/>
                </a:cubicBezTo>
                <a:cubicBezTo>
                  <a:pt x="633887" y="1361013"/>
                  <a:pt x="685756" y="1112701"/>
                  <a:pt x="685800" y="1112520"/>
                </a:cubicBezTo>
                <a:cubicBezTo>
                  <a:pt x="696177" y="1070070"/>
                  <a:pt x="734262" y="1039608"/>
                  <a:pt x="762000" y="1005840"/>
                </a:cubicBezTo>
                <a:cubicBezTo>
                  <a:pt x="842662" y="907643"/>
                  <a:pt x="876827" y="872276"/>
                  <a:pt x="998220" y="822960"/>
                </a:cubicBezTo>
                <a:cubicBezTo>
                  <a:pt x="1031913" y="809272"/>
                  <a:pt x="1069340" y="807720"/>
                  <a:pt x="1104900" y="800100"/>
                </a:cubicBezTo>
                <a:cubicBezTo>
                  <a:pt x="1191260" y="805180"/>
                  <a:pt x="1279365" y="797337"/>
                  <a:pt x="1363980" y="815340"/>
                </a:cubicBezTo>
                <a:cubicBezTo>
                  <a:pt x="1401903" y="823409"/>
                  <a:pt x="1429550" y="856764"/>
                  <a:pt x="1463040" y="876300"/>
                </a:cubicBezTo>
                <a:cubicBezTo>
                  <a:pt x="1490531" y="892336"/>
                  <a:pt x="1520962" y="903521"/>
                  <a:pt x="1546860" y="922020"/>
                </a:cubicBezTo>
                <a:cubicBezTo>
                  <a:pt x="1580874" y="946316"/>
                  <a:pt x="1667786" y="1032344"/>
                  <a:pt x="1691640" y="1066800"/>
                </a:cubicBezTo>
                <a:cubicBezTo>
                  <a:pt x="1718181" y="1105137"/>
                  <a:pt x="1760220" y="1188720"/>
                  <a:pt x="1760220" y="1188720"/>
                </a:cubicBezTo>
                <a:cubicBezTo>
                  <a:pt x="1765300" y="1211580"/>
                  <a:pt x="1776267" y="1233896"/>
                  <a:pt x="1775460" y="1257300"/>
                </a:cubicBezTo>
                <a:cubicBezTo>
                  <a:pt x="1772637" y="1339179"/>
                  <a:pt x="1753626" y="1434420"/>
                  <a:pt x="1714500" y="1508760"/>
                </a:cubicBezTo>
                <a:cubicBezTo>
                  <a:pt x="1705261" y="1526315"/>
                  <a:pt x="1689100" y="1539240"/>
                  <a:pt x="1676400" y="1554480"/>
                </a:cubicBezTo>
                <a:cubicBezTo>
                  <a:pt x="1661543" y="1599050"/>
                  <a:pt x="1678171" y="1570595"/>
                  <a:pt x="1607820" y="1592580"/>
                </a:cubicBezTo>
                <a:cubicBezTo>
                  <a:pt x="1491859" y="1628818"/>
                  <a:pt x="1602492" y="1615440"/>
                  <a:pt x="1432560" y="161544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C74DDD8-5C6C-4B38-D972-66B399A5D736}"/>
              </a:ext>
            </a:extLst>
          </p:cNvPr>
          <p:cNvSpPr/>
          <p:nvPr/>
        </p:nvSpPr>
        <p:spPr>
          <a:xfrm>
            <a:off x="6454140" y="3383280"/>
            <a:ext cx="2438400" cy="1516380"/>
          </a:xfrm>
          <a:custGeom>
            <a:avLst/>
            <a:gdLst>
              <a:gd name="csX0" fmla="*/ 2438400 w 2438400"/>
              <a:gd name="csY0" fmla="*/ 1516380 h 1516380"/>
              <a:gd name="csX1" fmla="*/ 2377440 w 2438400"/>
              <a:gd name="csY1" fmla="*/ 1478280 h 1516380"/>
              <a:gd name="csX2" fmla="*/ 2095500 w 2438400"/>
              <a:gd name="csY2" fmla="*/ 1386840 h 1516380"/>
              <a:gd name="csX3" fmla="*/ 2057400 w 2438400"/>
              <a:gd name="csY3" fmla="*/ 1325880 h 1516380"/>
              <a:gd name="csX4" fmla="*/ 2019300 w 2438400"/>
              <a:gd name="csY4" fmla="*/ 1158240 h 1516380"/>
              <a:gd name="csX5" fmla="*/ 2034540 w 2438400"/>
              <a:gd name="csY5" fmla="*/ 1028700 h 1516380"/>
              <a:gd name="csX6" fmla="*/ 2171700 w 2438400"/>
              <a:gd name="csY6" fmla="*/ 960120 h 1516380"/>
              <a:gd name="csX7" fmla="*/ 2278380 w 2438400"/>
              <a:gd name="csY7" fmla="*/ 990600 h 1516380"/>
              <a:gd name="csX8" fmla="*/ 2301240 w 2438400"/>
              <a:gd name="csY8" fmla="*/ 1036320 h 1516380"/>
              <a:gd name="csX9" fmla="*/ 2202180 w 2438400"/>
              <a:gd name="csY9" fmla="*/ 1203960 h 1516380"/>
              <a:gd name="csX10" fmla="*/ 1943100 w 2438400"/>
              <a:gd name="csY10" fmla="*/ 1348740 h 1516380"/>
              <a:gd name="csX11" fmla="*/ 1813560 w 2438400"/>
              <a:gd name="csY11" fmla="*/ 1356360 h 1516380"/>
              <a:gd name="csX12" fmla="*/ 1661160 w 2438400"/>
              <a:gd name="csY12" fmla="*/ 1310640 h 1516380"/>
              <a:gd name="csX13" fmla="*/ 1432560 w 2438400"/>
              <a:gd name="csY13" fmla="*/ 1051560 h 1516380"/>
              <a:gd name="csX14" fmla="*/ 1325880 w 2438400"/>
              <a:gd name="csY14" fmla="*/ 822960 h 1516380"/>
              <a:gd name="csX15" fmla="*/ 1318260 w 2438400"/>
              <a:gd name="csY15" fmla="*/ 678180 h 1516380"/>
              <a:gd name="csX16" fmla="*/ 1455420 w 2438400"/>
              <a:gd name="csY16" fmla="*/ 365760 h 1516380"/>
              <a:gd name="csX17" fmla="*/ 1546860 w 2438400"/>
              <a:gd name="csY17" fmla="*/ 350520 h 1516380"/>
              <a:gd name="csX18" fmla="*/ 1706880 w 2438400"/>
              <a:gd name="csY18" fmla="*/ 434340 h 1516380"/>
              <a:gd name="csX19" fmla="*/ 1729740 w 2438400"/>
              <a:gd name="csY19" fmla="*/ 502920 h 1516380"/>
              <a:gd name="csX20" fmla="*/ 1729740 w 2438400"/>
              <a:gd name="csY20" fmla="*/ 739140 h 1516380"/>
              <a:gd name="csX21" fmla="*/ 1684020 w 2438400"/>
              <a:gd name="csY21" fmla="*/ 838200 h 1516380"/>
              <a:gd name="csX22" fmla="*/ 1417320 w 2438400"/>
              <a:gd name="csY22" fmla="*/ 998220 h 1516380"/>
              <a:gd name="csX23" fmla="*/ 1211580 w 2438400"/>
              <a:gd name="csY23" fmla="*/ 1013460 h 1516380"/>
              <a:gd name="csX24" fmla="*/ 975360 w 2438400"/>
              <a:gd name="csY24" fmla="*/ 952500 h 1516380"/>
              <a:gd name="csX25" fmla="*/ 701040 w 2438400"/>
              <a:gd name="csY25" fmla="*/ 769620 h 1516380"/>
              <a:gd name="csX26" fmla="*/ 609600 w 2438400"/>
              <a:gd name="csY26" fmla="*/ 632460 h 1516380"/>
              <a:gd name="csX27" fmla="*/ 571500 w 2438400"/>
              <a:gd name="csY27" fmla="*/ 403860 h 1516380"/>
              <a:gd name="csX28" fmla="*/ 647700 w 2438400"/>
              <a:gd name="csY28" fmla="*/ 274320 h 1516380"/>
              <a:gd name="csX29" fmla="*/ 922020 w 2438400"/>
              <a:gd name="csY29" fmla="*/ 68580 h 1516380"/>
              <a:gd name="csX30" fmla="*/ 1066800 w 2438400"/>
              <a:gd name="csY30" fmla="*/ 7620 h 1516380"/>
              <a:gd name="csX31" fmla="*/ 1173480 w 2438400"/>
              <a:gd name="csY31" fmla="*/ 0 h 1516380"/>
              <a:gd name="csX32" fmla="*/ 1303020 w 2438400"/>
              <a:gd name="csY32" fmla="*/ 68580 h 1516380"/>
              <a:gd name="csX33" fmla="*/ 1310640 w 2438400"/>
              <a:gd name="csY33" fmla="*/ 167640 h 1516380"/>
              <a:gd name="csX34" fmla="*/ 1257300 w 2438400"/>
              <a:gd name="csY34" fmla="*/ 327660 h 1516380"/>
              <a:gd name="csX35" fmla="*/ 1135380 w 2438400"/>
              <a:gd name="csY35" fmla="*/ 449580 h 1516380"/>
              <a:gd name="csX36" fmla="*/ 762000 w 2438400"/>
              <a:gd name="csY36" fmla="*/ 640080 h 1516380"/>
              <a:gd name="csX37" fmla="*/ 548640 w 2438400"/>
              <a:gd name="csY37" fmla="*/ 670560 h 1516380"/>
              <a:gd name="csX38" fmla="*/ 403860 w 2438400"/>
              <a:gd name="csY38" fmla="*/ 662940 h 1516380"/>
              <a:gd name="csX39" fmla="*/ 106680 w 2438400"/>
              <a:gd name="csY39" fmla="*/ 358140 h 1516380"/>
              <a:gd name="csX40" fmla="*/ 38100 w 2438400"/>
              <a:gd name="csY40" fmla="*/ 190500 h 1516380"/>
              <a:gd name="csX41" fmla="*/ 7620 w 2438400"/>
              <a:gd name="csY41" fmla="*/ 53340 h 1516380"/>
              <a:gd name="csX42" fmla="*/ 0 w 2438400"/>
              <a:gd name="csY42" fmla="*/ 7620 h 1516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438400" h="1516380">
                <a:moveTo>
                  <a:pt x="2438400" y="1516380"/>
                </a:moveTo>
                <a:cubicBezTo>
                  <a:pt x="2418080" y="1503680"/>
                  <a:pt x="2399856" y="1486748"/>
                  <a:pt x="2377440" y="1478280"/>
                </a:cubicBezTo>
                <a:cubicBezTo>
                  <a:pt x="2285016" y="1443364"/>
                  <a:pt x="2095500" y="1386840"/>
                  <a:pt x="2095500" y="1386840"/>
                </a:cubicBezTo>
                <a:cubicBezTo>
                  <a:pt x="2082800" y="1366520"/>
                  <a:pt x="2066473" y="1348058"/>
                  <a:pt x="2057400" y="1325880"/>
                </a:cubicBezTo>
                <a:cubicBezTo>
                  <a:pt x="2028154" y="1254391"/>
                  <a:pt x="2027709" y="1225509"/>
                  <a:pt x="2019300" y="1158240"/>
                </a:cubicBezTo>
                <a:cubicBezTo>
                  <a:pt x="2024380" y="1115060"/>
                  <a:pt x="2019682" y="1069560"/>
                  <a:pt x="2034540" y="1028700"/>
                </a:cubicBezTo>
                <a:cubicBezTo>
                  <a:pt x="2049106" y="988644"/>
                  <a:pt x="2151869" y="966730"/>
                  <a:pt x="2171700" y="960120"/>
                </a:cubicBezTo>
                <a:cubicBezTo>
                  <a:pt x="2203810" y="964707"/>
                  <a:pt x="2252022" y="966878"/>
                  <a:pt x="2278380" y="990600"/>
                </a:cubicBezTo>
                <a:cubicBezTo>
                  <a:pt x="2291045" y="1001998"/>
                  <a:pt x="2293620" y="1021080"/>
                  <a:pt x="2301240" y="1036320"/>
                </a:cubicBezTo>
                <a:cubicBezTo>
                  <a:pt x="2290089" y="1136681"/>
                  <a:pt x="2306425" y="1113166"/>
                  <a:pt x="2202180" y="1203960"/>
                </a:cubicBezTo>
                <a:cubicBezTo>
                  <a:pt x="2114341" y="1280465"/>
                  <a:pt x="2054462" y="1327860"/>
                  <a:pt x="1943100" y="1348740"/>
                </a:cubicBezTo>
                <a:cubicBezTo>
                  <a:pt x="1900586" y="1356711"/>
                  <a:pt x="1856740" y="1353820"/>
                  <a:pt x="1813560" y="1356360"/>
                </a:cubicBezTo>
                <a:cubicBezTo>
                  <a:pt x="1762760" y="1341120"/>
                  <a:pt x="1708340" y="1334867"/>
                  <a:pt x="1661160" y="1310640"/>
                </a:cubicBezTo>
                <a:cubicBezTo>
                  <a:pt x="1536546" y="1246649"/>
                  <a:pt x="1497036" y="1173348"/>
                  <a:pt x="1432560" y="1051560"/>
                </a:cubicBezTo>
                <a:cubicBezTo>
                  <a:pt x="1393216" y="977243"/>
                  <a:pt x="1325880" y="822960"/>
                  <a:pt x="1325880" y="822960"/>
                </a:cubicBezTo>
                <a:cubicBezTo>
                  <a:pt x="1323340" y="774700"/>
                  <a:pt x="1312502" y="726163"/>
                  <a:pt x="1318260" y="678180"/>
                </a:cubicBezTo>
                <a:cubicBezTo>
                  <a:pt x="1333880" y="548017"/>
                  <a:pt x="1333405" y="429420"/>
                  <a:pt x="1455420" y="365760"/>
                </a:cubicBezTo>
                <a:cubicBezTo>
                  <a:pt x="1482816" y="351467"/>
                  <a:pt x="1516380" y="355600"/>
                  <a:pt x="1546860" y="350520"/>
                </a:cubicBezTo>
                <a:cubicBezTo>
                  <a:pt x="1625192" y="370103"/>
                  <a:pt x="1656465" y="362919"/>
                  <a:pt x="1706880" y="434340"/>
                </a:cubicBezTo>
                <a:cubicBezTo>
                  <a:pt x="1720776" y="454026"/>
                  <a:pt x="1722120" y="480060"/>
                  <a:pt x="1729740" y="502920"/>
                </a:cubicBezTo>
                <a:cubicBezTo>
                  <a:pt x="1732615" y="554670"/>
                  <a:pt x="1745632" y="680111"/>
                  <a:pt x="1729740" y="739140"/>
                </a:cubicBezTo>
                <a:cubicBezTo>
                  <a:pt x="1720285" y="774257"/>
                  <a:pt x="1706992" y="810007"/>
                  <a:pt x="1684020" y="838200"/>
                </a:cubicBezTo>
                <a:cubicBezTo>
                  <a:pt x="1612613" y="925836"/>
                  <a:pt x="1527799" y="976604"/>
                  <a:pt x="1417320" y="998220"/>
                </a:cubicBezTo>
                <a:cubicBezTo>
                  <a:pt x="1349832" y="1011424"/>
                  <a:pt x="1280160" y="1008380"/>
                  <a:pt x="1211580" y="1013460"/>
                </a:cubicBezTo>
                <a:cubicBezTo>
                  <a:pt x="1132840" y="993140"/>
                  <a:pt x="1048740" y="987547"/>
                  <a:pt x="975360" y="952500"/>
                </a:cubicBezTo>
                <a:cubicBezTo>
                  <a:pt x="876193" y="905137"/>
                  <a:pt x="701040" y="769620"/>
                  <a:pt x="701040" y="769620"/>
                </a:cubicBezTo>
                <a:cubicBezTo>
                  <a:pt x="670560" y="723900"/>
                  <a:pt x="632445" y="682434"/>
                  <a:pt x="609600" y="632460"/>
                </a:cubicBezTo>
                <a:cubicBezTo>
                  <a:pt x="578796" y="565076"/>
                  <a:pt x="577101" y="476677"/>
                  <a:pt x="571500" y="403860"/>
                </a:cubicBezTo>
                <a:cubicBezTo>
                  <a:pt x="596900" y="360680"/>
                  <a:pt x="617032" y="313933"/>
                  <a:pt x="647700" y="274320"/>
                </a:cubicBezTo>
                <a:cubicBezTo>
                  <a:pt x="726680" y="172304"/>
                  <a:pt x="806072" y="127968"/>
                  <a:pt x="922020" y="68580"/>
                </a:cubicBezTo>
                <a:cubicBezTo>
                  <a:pt x="968626" y="44709"/>
                  <a:pt x="1016282" y="21398"/>
                  <a:pt x="1066800" y="7620"/>
                </a:cubicBezTo>
                <a:cubicBezTo>
                  <a:pt x="1101194" y="-1760"/>
                  <a:pt x="1137920" y="2540"/>
                  <a:pt x="1173480" y="0"/>
                </a:cubicBezTo>
                <a:cubicBezTo>
                  <a:pt x="1215638" y="11498"/>
                  <a:pt x="1283301" y="15058"/>
                  <a:pt x="1303020" y="68580"/>
                </a:cubicBezTo>
                <a:cubicBezTo>
                  <a:pt x="1314469" y="99656"/>
                  <a:pt x="1308100" y="134620"/>
                  <a:pt x="1310640" y="167640"/>
                </a:cubicBezTo>
                <a:cubicBezTo>
                  <a:pt x="1292860" y="220980"/>
                  <a:pt x="1286983" y="279909"/>
                  <a:pt x="1257300" y="327660"/>
                </a:cubicBezTo>
                <a:cubicBezTo>
                  <a:pt x="1226958" y="376472"/>
                  <a:pt x="1180138" y="413525"/>
                  <a:pt x="1135380" y="449580"/>
                </a:cubicBezTo>
                <a:cubicBezTo>
                  <a:pt x="1034499" y="530845"/>
                  <a:pt x="883241" y="606048"/>
                  <a:pt x="762000" y="640080"/>
                </a:cubicBezTo>
                <a:cubicBezTo>
                  <a:pt x="692831" y="659496"/>
                  <a:pt x="619760" y="660400"/>
                  <a:pt x="548640" y="670560"/>
                </a:cubicBezTo>
                <a:cubicBezTo>
                  <a:pt x="500380" y="668020"/>
                  <a:pt x="449594" y="678557"/>
                  <a:pt x="403860" y="662940"/>
                </a:cubicBezTo>
                <a:cubicBezTo>
                  <a:pt x="230072" y="603598"/>
                  <a:pt x="191365" y="517739"/>
                  <a:pt x="106680" y="358140"/>
                </a:cubicBezTo>
                <a:cubicBezTo>
                  <a:pt x="78381" y="304808"/>
                  <a:pt x="56761" y="247919"/>
                  <a:pt x="38100" y="190500"/>
                </a:cubicBezTo>
                <a:cubicBezTo>
                  <a:pt x="23624" y="145958"/>
                  <a:pt x="17172" y="99191"/>
                  <a:pt x="7620" y="53340"/>
                </a:cubicBezTo>
                <a:cubicBezTo>
                  <a:pt x="4469" y="38215"/>
                  <a:pt x="0" y="7620"/>
                  <a:pt x="0" y="762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46 -0.01574 L 0.00746 -0.01543 C 0.00677 -0.0284 0.00434 -0.04167 0.00572 -0.05401 C 0.00711 -0.06605 0.021 -0.07006 0.02482 -0.07192 C 0.02829 -0.07037 0.03194 -0.07068 0.03489 -0.06759 C 0.03628 -0.06605 0.03593 -0.06235 0.03663 -0.06019 C 0.03732 -0.05741 0.03767 -0.05432 0.03906 -0.05278 C 0.05017 -0.04043 0.05416 -0.04198 0.06666 -0.0392 C 0.07013 -0.04074 0.07413 -0.04074 0.07743 -0.04383 C 0.07951 -0.04599 0.0802 -0.05062 0.08159 -0.05401 C 0.08333 -0.05864 0.08975 -0.0784 0.09166 -0.08087 C 0.09392 -0.08395 0.09722 -0.08333 0.1 -0.08519 C 0.10138 -0.08642 0.10277 -0.08827 0.10416 -0.08982 C 0.11076 -0.11296 0.10468 -0.08951 0.11076 -0.12531 C 0.11145 -0.12901 0.11336 -0.1355 0.11336 -0.13519 L -0.05921 0.0571 L 0.09583 -0.12531 L 0.11076 -0.10463 " pathEditMode="relative" rAng="0" ptsTypes="AAAAAAAAAAAAA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-23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1647</Words>
  <Application>Microsoft Office PowerPoint</Application>
  <PresentationFormat>On-screen Show (16:9)</PresentationFormat>
  <Paragraphs>158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Arial</vt:lpstr>
      <vt:lpstr>Airal</vt:lpstr>
      <vt:lpstr>Rockwell Extra Bold</vt:lpstr>
      <vt:lpstr>Times New Roman</vt:lpstr>
      <vt:lpstr>Simple Light</vt:lpstr>
      <vt:lpstr>Chinook  Project</vt:lpstr>
      <vt:lpstr>Introduction</vt:lpstr>
      <vt:lpstr>Problem Statement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RobinGarg</dc:creator>
  <cp:lastModifiedBy>ere kk</cp:lastModifiedBy>
  <cp:revision>1</cp:revision>
  <dcterms:modified xsi:type="dcterms:W3CDTF">2026-01-12T12:59:47Z</dcterms:modified>
</cp:coreProperties>
</file>